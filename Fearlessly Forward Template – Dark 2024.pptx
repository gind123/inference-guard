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ato"/>
      <p:regular r:id="rId26"/>
      <p:bold r:id="rId27"/>
      <p:italic r:id="rId28"/>
      <p:boldItalic r:id="rId29"/>
    </p:embeddedFont>
    <p:embeddedFont>
      <p:font typeface="Red Hat Display"/>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40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0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slide" Target="slides/slide20.xml"/><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edHatDisplay-bold.fntdata"/><Relationship Id="rId30" Type="http://schemas.openxmlformats.org/officeDocument/2006/relationships/font" Target="fonts/RedHatDisplay-regular.fntdata"/><Relationship Id="rId11" Type="http://schemas.openxmlformats.org/officeDocument/2006/relationships/slide" Target="slides/slide6.xml"/><Relationship Id="rId33" Type="http://schemas.openxmlformats.org/officeDocument/2006/relationships/font" Target="fonts/RedHatDisplay-boldItalic.fntdata"/><Relationship Id="rId10" Type="http://schemas.openxmlformats.org/officeDocument/2006/relationships/slide" Target="slides/slide5.xml"/><Relationship Id="rId32" Type="http://schemas.openxmlformats.org/officeDocument/2006/relationships/font" Target="fonts/RedHatDisplay-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b573a735df_1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b573a735df_1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b573a735df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b573a735df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b57f716f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b57f716f5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b4774b497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b4774b4978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413075" y="992400"/>
            <a:ext cx="5682900" cy="21306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500"/>
              <a:buNone/>
              <a:defRPr sz="5500">
                <a:solidFill>
                  <a:schemeClr val="lt1"/>
                </a:solidFill>
              </a:defRPr>
            </a:lvl1pPr>
            <a:lvl2pPr lvl="1" algn="l">
              <a:lnSpc>
                <a:spcPct val="100000"/>
              </a:lnSpc>
              <a:spcBef>
                <a:spcPts val="0"/>
              </a:spcBef>
              <a:spcAft>
                <a:spcPts val="0"/>
              </a:spcAft>
              <a:buClr>
                <a:srgbClr val="E42524"/>
              </a:buClr>
              <a:buSzPts val="5200"/>
              <a:buNone/>
              <a:defRPr sz="5200">
                <a:solidFill>
                  <a:srgbClr val="E42524"/>
                </a:solidFill>
              </a:defRPr>
            </a:lvl2pPr>
            <a:lvl3pPr lvl="2" algn="l">
              <a:lnSpc>
                <a:spcPct val="100000"/>
              </a:lnSpc>
              <a:spcBef>
                <a:spcPts val="0"/>
              </a:spcBef>
              <a:spcAft>
                <a:spcPts val="0"/>
              </a:spcAft>
              <a:buClr>
                <a:srgbClr val="E42524"/>
              </a:buClr>
              <a:buSzPts val="5200"/>
              <a:buNone/>
              <a:defRPr sz="5200">
                <a:solidFill>
                  <a:srgbClr val="E42524"/>
                </a:solidFill>
              </a:defRPr>
            </a:lvl3pPr>
            <a:lvl4pPr lvl="3" algn="l">
              <a:lnSpc>
                <a:spcPct val="100000"/>
              </a:lnSpc>
              <a:spcBef>
                <a:spcPts val="0"/>
              </a:spcBef>
              <a:spcAft>
                <a:spcPts val="0"/>
              </a:spcAft>
              <a:buClr>
                <a:srgbClr val="E42524"/>
              </a:buClr>
              <a:buSzPts val="5200"/>
              <a:buNone/>
              <a:defRPr sz="5200">
                <a:solidFill>
                  <a:srgbClr val="E42524"/>
                </a:solidFill>
              </a:defRPr>
            </a:lvl4pPr>
            <a:lvl5pPr lvl="4" algn="l">
              <a:lnSpc>
                <a:spcPct val="100000"/>
              </a:lnSpc>
              <a:spcBef>
                <a:spcPts val="0"/>
              </a:spcBef>
              <a:spcAft>
                <a:spcPts val="0"/>
              </a:spcAft>
              <a:buClr>
                <a:srgbClr val="E42524"/>
              </a:buClr>
              <a:buSzPts val="5200"/>
              <a:buNone/>
              <a:defRPr sz="5200">
                <a:solidFill>
                  <a:srgbClr val="E42524"/>
                </a:solidFill>
              </a:defRPr>
            </a:lvl5pPr>
            <a:lvl6pPr lvl="5" algn="l">
              <a:lnSpc>
                <a:spcPct val="100000"/>
              </a:lnSpc>
              <a:spcBef>
                <a:spcPts val="0"/>
              </a:spcBef>
              <a:spcAft>
                <a:spcPts val="0"/>
              </a:spcAft>
              <a:buClr>
                <a:srgbClr val="E42524"/>
              </a:buClr>
              <a:buSzPts val="5200"/>
              <a:buNone/>
              <a:defRPr sz="5200">
                <a:solidFill>
                  <a:srgbClr val="E42524"/>
                </a:solidFill>
              </a:defRPr>
            </a:lvl6pPr>
            <a:lvl7pPr lvl="6" algn="l">
              <a:lnSpc>
                <a:spcPct val="100000"/>
              </a:lnSpc>
              <a:spcBef>
                <a:spcPts val="0"/>
              </a:spcBef>
              <a:spcAft>
                <a:spcPts val="0"/>
              </a:spcAft>
              <a:buClr>
                <a:srgbClr val="E42524"/>
              </a:buClr>
              <a:buSzPts val="5200"/>
              <a:buNone/>
              <a:defRPr sz="5200">
                <a:solidFill>
                  <a:srgbClr val="E42524"/>
                </a:solidFill>
              </a:defRPr>
            </a:lvl7pPr>
            <a:lvl8pPr lvl="7" algn="l">
              <a:lnSpc>
                <a:spcPct val="100000"/>
              </a:lnSpc>
              <a:spcBef>
                <a:spcPts val="0"/>
              </a:spcBef>
              <a:spcAft>
                <a:spcPts val="0"/>
              </a:spcAft>
              <a:buClr>
                <a:srgbClr val="E42524"/>
              </a:buClr>
              <a:buSzPts val="5200"/>
              <a:buNone/>
              <a:defRPr sz="5200">
                <a:solidFill>
                  <a:srgbClr val="E42524"/>
                </a:solidFill>
              </a:defRPr>
            </a:lvl8pPr>
            <a:lvl9pPr lvl="8" algn="l">
              <a:lnSpc>
                <a:spcPct val="100000"/>
              </a:lnSpc>
              <a:spcBef>
                <a:spcPts val="0"/>
              </a:spcBef>
              <a:spcAft>
                <a:spcPts val="0"/>
              </a:spcAft>
              <a:buClr>
                <a:srgbClr val="E42524"/>
              </a:buClr>
              <a:buSzPts val="5200"/>
              <a:buNone/>
              <a:defRPr sz="5200">
                <a:solidFill>
                  <a:srgbClr val="E42524"/>
                </a:solidFill>
              </a:defRPr>
            </a:lvl9pPr>
          </a:lstStyle>
          <a:p/>
        </p:txBody>
      </p:sp>
      <p:sp>
        <p:nvSpPr>
          <p:cNvPr id="11" name="Google Shape;11;p2"/>
          <p:cNvSpPr txBox="1"/>
          <p:nvPr>
            <p:ph idx="1" type="subTitle"/>
          </p:nvPr>
        </p:nvSpPr>
        <p:spPr>
          <a:xfrm>
            <a:off x="447725" y="2868275"/>
            <a:ext cx="7233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p:cNvPicPr preferRelativeResize="0"/>
          <p:nvPr/>
        </p:nvPicPr>
        <p:blipFill rotWithShape="1">
          <a:blip r:embed="rId2">
            <a:alphaModFix/>
          </a:blip>
          <a:srcRect b="0" l="0" r="0" t="0"/>
          <a:stretch/>
        </p:blipFill>
        <p:spPr>
          <a:xfrm>
            <a:off x="5895600" y="152400"/>
            <a:ext cx="2715887" cy="2715887"/>
          </a:xfrm>
          <a:prstGeom prst="rect">
            <a:avLst/>
          </a:prstGeom>
          <a:noFill/>
          <a:ln>
            <a:noFill/>
          </a:ln>
        </p:spPr>
      </p:pic>
      <p:pic>
        <p:nvPicPr>
          <p:cNvPr id="13" name="Google Shape;13;p2"/>
          <p:cNvPicPr preferRelativeResize="0"/>
          <p:nvPr/>
        </p:nvPicPr>
        <p:blipFill rotWithShape="1">
          <a:blip r:embed="rId3">
            <a:alphaModFix/>
          </a:blip>
          <a:srcRect b="0" l="0" r="0" t="0"/>
          <a:stretch/>
        </p:blipFill>
        <p:spPr>
          <a:xfrm>
            <a:off x="3822200" y="866400"/>
            <a:ext cx="5143501" cy="5143501"/>
          </a:xfrm>
          <a:prstGeom prst="rect">
            <a:avLst/>
          </a:prstGeom>
          <a:noFill/>
          <a:ln>
            <a:noFill/>
          </a:ln>
        </p:spPr>
      </p:pic>
      <p:pic>
        <p:nvPicPr>
          <p:cNvPr id="14" name="Google Shape;14;p2"/>
          <p:cNvPicPr preferRelativeResize="0"/>
          <p:nvPr/>
        </p:nvPicPr>
        <p:blipFill rotWithShape="1">
          <a:blip r:embed="rId4">
            <a:alphaModFix/>
          </a:blip>
          <a:srcRect b="0" l="0" r="0" t="0"/>
          <a:stretch/>
        </p:blipFill>
        <p:spPr>
          <a:xfrm>
            <a:off x="6910625" y="3678151"/>
            <a:ext cx="2130598" cy="2130598"/>
          </a:xfrm>
          <a:prstGeom prst="rect">
            <a:avLst/>
          </a:prstGeom>
          <a:noFill/>
          <a:ln>
            <a:noFill/>
          </a:ln>
        </p:spPr>
      </p:pic>
      <p:pic>
        <p:nvPicPr>
          <p:cNvPr id="15" name="Google Shape;15;p2"/>
          <p:cNvPicPr preferRelativeResize="0"/>
          <p:nvPr/>
        </p:nvPicPr>
        <p:blipFill rotWithShape="1">
          <a:blip r:embed="rId5">
            <a:alphaModFix/>
          </a:blip>
          <a:srcRect b="0" l="0" r="0" t="0"/>
          <a:stretch/>
        </p:blipFill>
        <p:spPr>
          <a:xfrm>
            <a:off x="447724" y="4556824"/>
            <a:ext cx="2512000" cy="295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CUSTOM_1">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2">
            <a:alphaModFix/>
          </a:blip>
          <a:srcRect b="0" l="0" r="0" t="0"/>
          <a:stretch/>
        </p:blipFill>
        <p:spPr>
          <a:xfrm>
            <a:off x="-1953725" y="-15775"/>
            <a:ext cx="5143501" cy="5175052"/>
          </a:xfrm>
          <a:prstGeom prst="rect">
            <a:avLst/>
          </a:prstGeom>
          <a:noFill/>
          <a:ln>
            <a:noFill/>
          </a:ln>
        </p:spPr>
      </p:pic>
      <p:sp>
        <p:nvSpPr>
          <p:cNvPr id="18" name="Google Shape;18;p3"/>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19" name="Google Shape;19;p3"/>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CUSTOM_2">
    <p:spTree>
      <p:nvGrpSpPr>
        <p:cNvPr id="20"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b="0" l="308" r="298" t="0"/>
          <a:stretch/>
        </p:blipFill>
        <p:spPr>
          <a:xfrm>
            <a:off x="-1962175" y="-15775"/>
            <a:ext cx="5143501" cy="5175052"/>
          </a:xfrm>
          <a:prstGeom prst="rect">
            <a:avLst/>
          </a:prstGeom>
          <a:noFill/>
          <a:ln>
            <a:noFill/>
          </a:ln>
        </p:spPr>
      </p:pic>
      <p:sp>
        <p:nvSpPr>
          <p:cNvPr id="22" name="Google Shape;22;p4"/>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3" name="Google Shape;23;p4"/>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CUSTOM">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0" l="0" r="0" t="0"/>
          <a:stretch/>
        </p:blipFill>
        <p:spPr>
          <a:xfrm>
            <a:off x="-1961000" y="-15775"/>
            <a:ext cx="5175052" cy="5175052"/>
          </a:xfrm>
          <a:prstGeom prst="rect">
            <a:avLst/>
          </a:prstGeom>
          <a:noFill/>
          <a:ln>
            <a:noFill/>
          </a:ln>
        </p:spPr>
      </p:pic>
      <p:sp>
        <p:nvSpPr>
          <p:cNvPr id="26" name="Google Shape;26;p5"/>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7" name="Google Shape;27;p5"/>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4_1">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8508125" y="4405475"/>
            <a:ext cx="414509" cy="414514"/>
          </a:xfrm>
          <a:prstGeom prst="rect">
            <a:avLst/>
          </a:prstGeom>
          <a:noFill/>
          <a:ln>
            <a:noFill/>
          </a:ln>
        </p:spPr>
      </p:pic>
      <p:pic>
        <p:nvPicPr>
          <p:cNvPr id="30" name="Google Shape;30;p6"/>
          <p:cNvPicPr preferRelativeResize="0"/>
          <p:nvPr/>
        </p:nvPicPr>
        <p:blipFill rotWithShape="1">
          <a:blip r:embed="rId3">
            <a:alphaModFix/>
          </a:blip>
          <a:srcRect b="0" l="0" r="0" t="0"/>
          <a:stretch/>
        </p:blipFill>
        <p:spPr>
          <a:xfrm>
            <a:off x="8191675" y="4514449"/>
            <a:ext cx="785021" cy="785026"/>
          </a:xfrm>
          <a:prstGeom prst="rect">
            <a:avLst/>
          </a:prstGeom>
          <a:noFill/>
          <a:ln>
            <a:noFill/>
          </a:ln>
        </p:spPr>
      </p:pic>
      <p:pic>
        <p:nvPicPr>
          <p:cNvPr id="31" name="Google Shape;31;p6"/>
          <p:cNvPicPr preferRelativeResize="0"/>
          <p:nvPr/>
        </p:nvPicPr>
        <p:blipFill rotWithShape="1">
          <a:blip r:embed="rId4">
            <a:alphaModFix/>
          </a:blip>
          <a:srcRect b="0" l="0" r="0" t="0"/>
          <a:stretch/>
        </p:blipFill>
        <p:spPr>
          <a:xfrm>
            <a:off x="8663041" y="4943591"/>
            <a:ext cx="325186" cy="325186"/>
          </a:xfrm>
          <a:prstGeom prst="rect">
            <a:avLst/>
          </a:prstGeom>
          <a:noFill/>
          <a:ln>
            <a:noFill/>
          </a:ln>
        </p:spPr>
      </p:pic>
      <p:sp>
        <p:nvSpPr>
          <p:cNvPr id="32" name="Google Shape;32;p6"/>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6"/>
          <p:cNvSpPr txBox="1"/>
          <p:nvPr>
            <p:ph idx="1" type="body"/>
          </p:nvPr>
        </p:nvSpPr>
        <p:spPr>
          <a:xfrm>
            <a:off x="638675" y="1089250"/>
            <a:ext cx="57909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34" name="Google Shape;34;p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35" name="Google Shape;35;p6"/>
          <p:cNvPicPr preferRelativeResize="0"/>
          <p:nvPr/>
        </p:nvPicPr>
        <p:blipFill rotWithShape="1">
          <a:blip r:embed="rId5">
            <a:alphaModFix/>
          </a:blip>
          <a:srcRect b="0" l="0" r="0" t="0"/>
          <a:stretch/>
        </p:blipFill>
        <p:spPr>
          <a:xfrm>
            <a:off x="267949" y="4527949"/>
            <a:ext cx="2512000" cy="295600"/>
          </a:xfrm>
          <a:prstGeom prst="rect">
            <a:avLst/>
          </a:prstGeom>
          <a:noFill/>
          <a:ln>
            <a:noFill/>
          </a:ln>
        </p:spPr>
      </p:pic>
      <p:sp>
        <p:nvSpPr>
          <p:cNvPr id="36" name="Google Shape;36;p6"/>
          <p:cNvSpPr txBox="1"/>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1600"/>
              </a:spcAft>
              <a:buClr>
                <a:srgbClr val="000000"/>
              </a:buClr>
              <a:buSzPts val="1200"/>
              <a:buFont typeface="Arial"/>
              <a:buNone/>
            </a:pPr>
            <a:r>
              <a:t/>
            </a:r>
            <a:endParaRPr b="0" i="0" sz="1200" u="none" cap="none" strike="noStrike">
              <a:solidFill>
                <a:schemeClr val="lt1"/>
              </a:solidFill>
              <a:latin typeface="Source Sans Pro"/>
              <a:ea typeface="Source Sans Pro"/>
              <a:cs typeface="Source Sans Pro"/>
              <a:sym typeface="Source Sans Pro"/>
            </a:endParaRPr>
          </a:p>
        </p:txBody>
      </p:sp>
      <p:sp>
        <p:nvSpPr>
          <p:cNvPr id="37" name="Google Shape;37;p6"/>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200"/>
              <a:buNone/>
              <a:defRPr sz="12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Tree>
  </p:cSld>
  <p:clrMapOvr>
    <a:masterClrMapping/>
  </p:clrMapOvr>
  <p:extLst>
    <p:ext uri="{DCECCB84-F9BA-43D5-87BE-67443E8EF086}">
      <p15:sldGuideLst>
        <p15:guide id="1" pos="5358">
          <p15:clr>
            <a:srgbClr val="FA7B17"/>
          </p15:clr>
        </p15:guide>
        <p15:guide id="2" pos="402">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
  <p:cSld name="TITLE_4_1_1_1">
    <p:spTree>
      <p:nvGrpSpPr>
        <p:cNvPr id="38" name="Shape 38"/>
        <p:cNvGrpSpPr/>
        <p:nvPr/>
      </p:nvGrpSpPr>
      <p:grpSpPr>
        <a:xfrm>
          <a:off x="0" y="0"/>
          <a:ext cx="0" cy="0"/>
          <a:chOff x="0" y="0"/>
          <a:chExt cx="0" cy="0"/>
        </a:xfrm>
      </p:grpSpPr>
      <p:sp>
        <p:nvSpPr>
          <p:cNvPr id="39" name="Google Shape;39;p7"/>
          <p:cNvSpPr/>
          <p:nvPr>
            <p:ph idx="2" type="pic"/>
          </p:nvPr>
        </p:nvSpPr>
        <p:spPr>
          <a:xfrm>
            <a:off x="3436275" y="-101925"/>
            <a:ext cx="5839800" cy="5470500"/>
          </a:xfrm>
          <a:prstGeom prst="rect">
            <a:avLst/>
          </a:prstGeom>
          <a:noFill/>
          <a:ln>
            <a:noFill/>
          </a:ln>
        </p:spPr>
      </p:sp>
      <p:pic>
        <p:nvPicPr>
          <p:cNvPr id="40" name="Google Shape;40;p7"/>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41" name="Google Shape;41;p7"/>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3"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399">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s">
  <p:cSld name="TITLE_4_1_1_1_1">
    <p:spTree>
      <p:nvGrpSpPr>
        <p:cNvPr id="43" name="Shape 43"/>
        <p:cNvGrpSpPr/>
        <p:nvPr/>
      </p:nvGrpSpPr>
      <p:grpSpPr>
        <a:xfrm>
          <a:off x="0" y="0"/>
          <a:ext cx="0" cy="0"/>
          <a:chOff x="0" y="0"/>
          <a:chExt cx="0" cy="0"/>
        </a:xfrm>
      </p:grpSpPr>
      <p:sp>
        <p:nvSpPr>
          <p:cNvPr id="44" name="Google Shape;4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8"/>
          <p:cNvSpPr/>
          <p:nvPr>
            <p:ph idx="2" type="pic"/>
          </p:nvPr>
        </p:nvSpPr>
        <p:spPr>
          <a:xfrm>
            <a:off x="3415100" y="2578600"/>
            <a:ext cx="5808900" cy="2730000"/>
          </a:xfrm>
          <a:prstGeom prst="rect">
            <a:avLst/>
          </a:prstGeom>
          <a:noFill/>
          <a:ln cap="flat" cmpd="sng" w="76200">
            <a:solidFill>
              <a:schemeClr val="dk1"/>
            </a:solidFill>
            <a:prstDash val="solid"/>
            <a:round/>
            <a:headEnd len="sm" w="sm" type="none"/>
            <a:tailEnd len="sm" w="sm" type="none"/>
          </a:ln>
        </p:spPr>
      </p:sp>
      <p:sp>
        <p:nvSpPr>
          <p:cNvPr id="46" name="Google Shape;46;p8"/>
          <p:cNvSpPr/>
          <p:nvPr>
            <p:ph idx="3" type="pic"/>
          </p:nvPr>
        </p:nvSpPr>
        <p:spPr>
          <a:xfrm>
            <a:off x="3415113" y="-123775"/>
            <a:ext cx="3399300" cy="2637000"/>
          </a:xfrm>
          <a:prstGeom prst="rect">
            <a:avLst/>
          </a:prstGeom>
          <a:noFill/>
          <a:ln cap="flat" cmpd="sng" w="76200">
            <a:solidFill>
              <a:schemeClr val="dk1"/>
            </a:solidFill>
            <a:prstDash val="solid"/>
            <a:round/>
            <a:headEnd len="sm" w="sm" type="none"/>
            <a:tailEnd len="sm" w="sm" type="none"/>
          </a:ln>
        </p:spPr>
      </p:sp>
      <p:sp>
        <p:nvSpPr>
          <p:cNvPr id="47" name="Google Shape;47;p8"/>
          <p:cNvSpPr/>
          <p:nvPr>
            <p:ph idx="4" type="pic"/>
          </p:nvPr>
        </p:nvSpPr>
        <p:spPr>
          <a:xfrm>
            <a:off x="6901688" y="-123775"/>
            <a:ext cx="2322300" cy="2637000"/>
          </a:xfrm>
          <a:prstGeom prst="rect">
            <a:avLst/>
          </a:prstGeom>
          <a:noFill/>
          <a:ln cap="flat" cmpd="sng" w="76200">
            <a:solidFill>
              <a:schemeClr val="dk1"/>
            </a:solidFill>
            <a:prstDash val="solid"/>
            <a:round/>
            <a:headEnd len="sm" w="sm" type="none"/>
            <a:tailEnd len="sm" w="sm" type="none"/>
          </a:ln>
        </p:spPr>
      </p:sp>
      <p:pic>
        <p:nvPicPr>
          <p:cNvPr id="48" name="Google Shape;48;p8"/>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49" name="Google Shape;49;p8"/>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8"/>
          <p:cNvSpPr txBox="1"/>
          <p:nvPr>
            <p:ph idx="5"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TITLE_4_1_1">
    <p:spTree>
      <p:nvGrpSpPr>
        <p:cNvPr id="51" name="Shape 51"/>
        <p:cNvGrpSpPr/>
        <p:nvPr/>
      </p:nvGrpSpPr>
      <p:grpSpPr>
        <a:xfrm>
          <a:off x="0" y="0"/>
          <a:ext cx="0" cy="0"/>
          <a:chOff x="0" y="0"/>
          <a:chExt cx="0" cy="0"/>
        </a:xfrm>
      </p:grpSpPr>
      <p:sp>
        <p:nvSpPr>
          <p:cNvPr id="52" name="Google Shape;52;p9"/>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 name="Google Shape;53;p9"/>
          <p:cNvSpPr txBox="1"/>
          <p:nvPr>
            <p:ph idx="1" type="body"/>
          </p:nvPr>
        </p:nvSpPr>
        <p:spPr>
          <a:xfrm>
            <a:off x="638675" y="1089250"/>
            <a:ext cx="3183600" cy="3114900"/>
          </a:xfrm>
          <a:prstGeom prst="rect">
            <a:avLst/>
          </a:prstGeom>
          <a:noFill/>
          <a:ln>
            <a:noFill/>
          </a:ln>
        </p:spPr>
        <p:txBody>
          <a:bodyPr anchorCtr="0" anchor="t" bIns="0" lIns="0" spcFirstLastPara="1" rIns="0" wrap="square" tIns="0">
            <a:noAutofit/>
          </a:bodyPr>
          <a:lstStyle>
            <a:lvl1pPr indent="-381000" lvl="0" marL="457200" rtl="0" algn="l">
              <a:lnSpc>
                <a:spcPct val="115000"/>
              </a:lnSpc>
              <a:spcBef>
                <a:spcPts val="0"/>
              </a:spcBef>
              <a:spcAft>
                <a:spcPts val="0"/>
              </a:spcAft>
              <a:buSzPts val="2400"/>
              <a:buChar char="●"/>
              <a:defRPr/>
            </a:lvl1pPr>
            <a:lvl2pPr indent="-342900" lvl="1" marL="914400" rtl="0" algn="l">
              <a:lnSpc>
                <a:spcPct val="115000"/>
              </a:lnSpc>
              <a:spcBef>
                <a:spcPts val="1600"/>
              </a:spcBef>
              <a:spcAft>
                <a:spcPts val="0"/>
              </a:spcAft>
              <a:buSzPts val="1800"/>
              <a:buChar char="○"/>
              <a:defRPr/>
            </a:lvl2pPr>
            <a:lvl3pPr indent="-330200" lvl="2" marL="1371600" rtl="0" algn="l">
              <a:lnSpc>
                <a:spcPct val="115000"/>
              </a:lnSpc>
              <a:spcBef>
                <a:spcPts val="1600"/>
              </a:spcBef>
              <a:spcAft>
                <a:spcPts val="0"/>
              </a:spcAft>
              <a:buSzPts val="1600"/>
              <a:buChar char="■"/>
              <a:defRPr/>
            </a:lvl3pPr>
            <a:lvl4pPr indent="-311150" lvl="3" marL="1828800" rtl="0" algn="l">
              <a:lnSpc>
                <a:spcPct val="115000"/>
              </a:lnSpc>
              <a:spcBef>
                <a:spcPts val="1600"/>
              </a:spcBef>
              <a:spcAft>
                <a:spcPts val="0"/>
              </a:spcAft>
              <a:buSzPts val="1300"/>
              <a:buChar char="●"/>
              <a:defRPr/>
            </a:lvl4pPr>
            <a:lvl5pPr indent="-292100" lvl="4" marL="2286000" rtl="0" algn="l">
              <a:lnSpc>
                <a:spcPct val="115000"/>
              </a:lnSpc>
              <a:spcBef>
                <a:spcPts val="1600"/>
              </a:spcBef>
              <a:spcAft>
                <a:spcPts val="0"/>
              </a:spcAft>
              <a:buSzPts val="1000"/>
              <a:buChar char="○"/>
              <a:defRPr/>
            </a:lvl5pPr>
            <a:lvl6pPr indent="-279400" lvl="5" marL="2743200" rtl="0" algn="l">
              <a:lnSpc>
                <a:spcPct val="115000"/>
              </a:lnSpc>
              <a:spcBef>
                <a:spcPts val="1600"/>
              </a:spcBef>
              <a:spcAft>
                <a:spcPts val="0"/>
              </a:spcAft>
              <a:buSzPts val="800"/>
              <a:buChar char="■"/>
              <a:defRPr/>
            </a:lvl6pPr>
            <a:lvl7pPr indent="-279400" lvl="6" marL="3200400" rtl="0" algn="l">
              <a:lnSpc>
                <a:spcPct val="115000"/>
              </a:lnSpc>
              <a:spcBef>
                <a:spcPts val="1600"/>
              </a:spcBef>
              <a:spcAft>
                <a:spcPts val="0"/>
              </a:spcAft>
              <a:buSzPts val="800"/>
              <a:buChar char="●"/>
              <a:defRPr/>
            </a:lvl7pPr>
            <a:lvl8pPr indent="-279400" lvl="7" marL="3657600" rtl="0" algn="l">
              <a:lnSpc>
                <a:spcPct val="115000"/>
              </a:lnSpc>
              <a:spcBef>
                <a:spcPts val="1600"/>
              </a:spcBef>
              <a:spcAft>
                <a:spcPts val="0"/>
              </a:spcAft>
              <a:buSzPts val="800"/>
              <a:buChar char="○"/>
              <a:defRPr/>
            </a:lvl8pPr>
            <a:lvl9pPr indent="-279400" lvl="8" marL="4114800" rtl="0" algn="l">
              <a:lnSpc>
                <a:spcPct val="115000"/>
              </a:lnSpc>
              <a:spcBef>
                <a:spcPts val="1600"/>
              </a:spcBef>
              <a:spcAft>
                <a:spcPts val="1600"/>
              </a:spcAft>
              <a:buSzPts val="800"/>
              <a:buChar char="■"/>
              <a:defRPr/>
            </a:lvl9pPr>
          </a:lstStyle>
          <a:p/>
        </p:txBody>
      </p:sp>
      <p:sp>
        <p:nvSpPr>
          <p:cNvPr id="54" name="Google Shape;54;p9"/>
          <p:cNvSpPr txBox="1"/>
          <p:nvPr>
            <p:ph idx="2" type="body"/>
          </p:nvPr>
        </p:nvSpPr>
        <p:spPr>
          <a:xfrm>
            <a:off x="4436400" y="1089250"/>
            <a:ext cx="3183600" cy="3114900"/>
          </a:xfrm>
          <a:prstGeom prst="rect">
            <a:avLst/>
          </a:prstGeom>
          <a:noFill/>
          <a:ln>
            <a:noFill/>
          </a:ln>
        </p:spPr>
        <p:txBody>
          <a:bodyPr anchorCtr="0" anchor="t" bIns="0" lIns="0" spcFirstLastPara="1" rIns="0" wrap="square" tIns="0">
            <a:noAutofit/>
          </a:bodyPr>
          <a:lstStyle>
            <a:lvl1pPr indent="-381000" lvl="0" marL="457200" rtl="0" algn="l">
              <a:lnSpc>
                <a:spcPct val="115000"/>
              </a:lnSpc>
              <a:spcBef>
                <a:spcPts val="0"/>
              </a:spcBef>
              <a:spcAft>
                <a:spcPts val="0"/>
              </a:spcAft>
              <a:buSzPts val="2400"/>
              <a:buChar char="●"/>
              <a:defRPr/>
            </a:lvl1pPr>
            <a:lvl2pPr indent="-342900" lvl="1" marL="914400" rtl="0" algn="l">
              <a:lnSpc>
                <a:spcPct val="115000"/>
              </a:lnSpc>
              <a:spcBef>
                <a:spcPts val="1600"/>
              </a:spcBef>
              <a:spcAft>
                <a:spcPts val="0"/>
              </a:spcAft>
              <a:buSzPts val="1800"/>
              <a:buChar char="○"/>
              <a:defRPr/>
            </a:lvl2pPr>
            <a:lvl3pPr indent="-330200" lvl="2" marL="1371600" rtl="0" algn="l">
              <a:lnSpc>
                <a:spcPct val="115000"/>
              </a:lnSpc>
              <a:spcBef>
                <a:spcPts val="1600"/>
              </a:spcBef>
              <a:spcAft>
                <a:spcPts val="0"/>
              </a:spcAft>
              <a:buSzPts val="1600"/>
              <a:buChar char="■"/>
              <a:defRPr/>
            </a:lvl3pPr>
            <a:lvl4pPr indent="-311150" lvl="3" marL="1828800" rtl="0" algn="l">
              <a:lnSpc>
                <a:spcPct val="115000"/>
              </a:lnSpc>
              <a:spcBef>
                <a:spcPts val="1600"/>
              </a:spcBef>
              <a:spcAft>
                <a:spcPts val="0"/>
              </a:spcAft>
              <a:buSzPts val="1300"/>
              <a:buChar char="●"/>
              <a:defRPr/>
            </a:lvl4pPr>
            <a:lvl5pPr indent="-292100" lvl="4" marL="2286000" rtl="0" algn="l">
              <a:lnSpc>
                <a:spcPct val="115000"/>
              </a:lnSpc>
              <a:spcBef>
                <a:spcPts val="1600"/>
              </a:spcBef>
              <a:spcAft>
                <a:spcPts val="0"/>
              </a:spcAft>
              <a:buSzPts val="1000"/>
              <a:buChar char="○"/>
              <a:defRPr/>
            </a:lvl5pPr>
            <a:lvl6pPr indent="-279400" lvl="5" marL="2743200" rtl="0" algn="l">
              <a:lnSpc>
                <a:spcPct val="115000"/>
              </a:lnSpc>
              <a:spcBef>
                <a:spcPts val="1600"/>
              </a:spcBef>
              <a:spcAft>
                <a:spcPts val="0"/>
              </a:spcAft>
              <a:buSzPts val="800"/>
              <a:buChar char="■"/>
              <a:defRPr/>
            </a:lvl6pPr>
            <a:lvl7pPr indent="-279400" lvl="6" marL="3200400" rtl="0" algn="l">
              <a:lnSpc>
                <a:spcPct val="115000"/>
              </a:lnSpc>
              <a:spcBef>
                <a:spcPts val="1600"/>
              </a:spcBef>
              <a:spcAft>
                <a:spcPts val="0"/>
              </a:spcAft>
              <a:buSzPts val="800"/>
              <a:buChar char="●"/>
              <a:defRPr/>
            </a:lvl7pPr>
            <a:lvl8pPr indent="-279400" lvl="7" marL="3657600" rtl="0" algn="l">
              <a:lnSpc>
                <a:spcPct val="115000"/>
              </a:lnSpc>
              <a:spcBef>
                <a:spcPts val="1600"/>
              </a:spcBef>
              <a:spcAft>
                <a:spcPts val="0"/>
              </a:spcAft>
              <a:buSzPts val="800"/>
              <a:buChar char="○"/>
              <a:defRPr/>
            </a:lvl8pPr>
            <a:lvl9pPr indent="-279400" lvl="8" marL="4114800" rtl="0" algn="l">
              <a:lnSpc>
                <a:spcPct val="115000"/>
              </a:lnSpc>
              <a:spcBef>
                <a:spcPts val="1600"/>
              </a:spcBef>
              <a:spcAft>
                <a:spcPts val="1600"/>
              </a:spcAft>
              <a:buSzPts val="800"/>
              <a:buChar char="■"/>
              <a:defRPr/>
            </a:lvl9pPr>
          </a:lstStyle>
          <a:p/>
        </p:txBody>
      </p:sp>
      <p:sp>
        <p:nvSpPr>
          <p:cNvPr id="55" name="Google Shape;55;p9"/>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56" name="Google Shape;56;p9"/>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57" name="Google Shape;57;p9"/>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200"/>
              <a:buNone/>
              <a:defRPr sz="12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58" name="Google Shape;58;p9"/>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59" name="Google Shape;59;p9"/>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0" name="Google Shape;60;p9"/>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elements">
  <p:cSld name="TITLE_4_1_1_2">
    <p:spTree>
      <p:nvGrpSpPr>
        <p:cNvPr id="61" name="Shape 61"/>
        <p:cNvGrpSpPr/>
        <p:nvPr/>
      </p:nvGrpSpPr>
      <p:grpSpPr>
        <a:xfrm>
          <a:off x="0" y="0"/>
          <a:ext cx="0" cy="0"/>
          <a:chOff x="0" y="0"/>
          <a:chExt cx="0" cy="0"/>
        </a:xfrm>
      </p:grpSpPr>
      <p:sp>
        <p:nvSpPr>
          <p:cNvPr id="62" name="Google Shape;62;p1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63" name="Google Shape;63;p10"/>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64" name="Google Shape;64;p10"/>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SzPts val="1200"/>
              <a:buNone/>
              <a:defRPr sz="1200"/>
            </a:lvl1pPr>
            <a:lvl2pPr lvl="1" rtl="0" algn="l">
              <a:lnSpc>
                <a:spcPct val="115000"/>
              </a:lnSpc>
              <a:spcBef>
                <a:spcPts val="1600"/>
              </a:spcBef>
              <a:spcAft>
                <a:spcPts val="0"/>
              </a:spcAft>
              <a:buSzPts val="1800"/>
              <a:buNone/>
              <a:defRPr/>
            </a:lvl2pPr>
            <a:lvl3pPr lvl="2" rtl="0" algn="l">
              <a:lnSpc>
                <a:spcPct val="115000"/>
              </a:lnSpc>
              <a:spcBef>
                <a:spcPts val="1600"/>
              </a:spcBef>
              <a:spcAft>
                <a:spcPts val="0"/>
              </a:spcAft>
              <a:buSzPts val="1600"/>
              <a:buNone/>
              <a:defRPr/>
            </a:lvl3pPr>
            <a:lvl4pPr lvl="3" rtl="0" algn="l">
              <a:lnSpc>
                <a:spcPct val="115000"/>
              </a:lnSpc>
              <a:spcBef>
                <a:spcPts val="1600"/>
              </a:spcBef>
              <a:spcAft>
                <a:spcPts val="0"/>
              </a:spcAft>
              <a:buSzPts val="1300"/>
              <a:buNone/>
              <a:defRPr/>
            </a:lvl4pPr>
            <a:lvl5pPr lvl="4" rtl="0" algn="l">
              <a:lnSpc>
                <a:spcPct val="115000"/>
              </a:lnSpc>
              <a:spcBef>
                <a:spcPts val="1600"/>
              </a:spcBef>
              <a:spcAft>
                <a:spcPts val="0"/>
              </a:spcAft>
              <a:buSzPts val="1000"/>
              <a:buNone/>
              <a:defRPr/>
            </a:lvl5pPr>
            <a:lvl6pPr lvl="5" rtl="0" algn="l">
              <a:lnSpc>
                <a:spcPct val="115000"/>
              </a:lnSpc>
              <a:spcBef>
                <a:spcPts val="1600"/>
              </a:spcBef>
              <a:spcAft>
                <a:spcPts val="0"/>
              </a:spcAft>
              <a:buSzPts val="800"/>
              <a:buNone/>
              <a:defRPr/>
            </a:lvl6pPr>
            <a:lvl7pPr lvl="6" rtl="0" algn="l">
              <a:lnSpc>
                <a:spcPct val="115000"/>
              </a:lnSpc>
              <a:spcBef>
                <a:spcPts val="1600"/>
              </a:spcBef>
              <a:spcAft>
                <a:spcPts val="0"/>
              </a:spcAft>
              <a:buSzPts val="800"/>
              <a:buNone/>
              <a:defRPr/>
            </a:lvl7pPr>
            <a:lvl8pPr lvl="7" rtl="0" algn="l">
              <a:lnSpc>
                <a:spcPct val="115000"/>
              </a:lnSpc>
              <a:spcBef>
                <a:spcPts val="1600"/>
              </a:spcBef>
              <a:spcAft>
                <a:spcPts val="0"/>
              </a:spcAft>
              <a:buSzPts val="800"/>
              <a:buNone/>
              <a:defRPr/>
            </a:lvl8pPr>
            <a:lvl9pPr lvl="8" rtl="0" algn="l">
              <a:lnSpc>
                <a:spcPct val="115000"/>
              </a:lnSpc>
              <a:spcBef>
                <a:spcPts val="1600"/>
              </a:spcBef>
              <a:spcAft>
                <a:spcPts val="1600"/>
              </a:spcAft>
              <a:buSzPts val="800"/>
              <a:buNone/>
              <a:defRPr/>
            </a:lvl9pPr>
          </a:lstStyle>
          <a:p/>
        </p:txBody>
      </p:sp>
      <p:pic>
        <p:nvPicPr>
          <p:cNvPr id="65" name="Google Shape;65;p10"/>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66" name="Google Shape;66;p10"/>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7" name="Google Shape;67;p10"/>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68" name="Google Shape;68;p10"/>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69" name="Google Shape;69;p10"/>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sp>
      <p:sp>
        <p:nvSpPr>
          <p:cNvPr id="70" name="Google Shape;70;p10"/>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sp>
        <p:nvSpPr>
          <p:cNvPr id="71" name="Google Shape;71;p10"/>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2" name="Google Shape;72;p10"/>
          <p:cNvSpPr txBox="1"/>
          <p:nvPr>
            <p:ph idx="2" type="subTitle"/>
          </p:nvPr>
        </p:nvSpPr>
        <p:spPr>
          <a:xfrm>
            <a:off x="1746200"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3" name="Google Shape;73;p10"/>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sp>
      <p:sp>
        <p:nvSpPr>
          <p:cNvPr id="74" name="Google Shape;74;p10"/>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75" name="Google Shape;75;p10"/>
          <p:cNvSpPr txBox="1"/>
          <p:nvPr>
            <p:ph hasCustomPrompt="1" idx="3" type="title"/>
          </p:nvPr>
        </p:nvSpPr>
        <p:spPr>
          <a:xfrm>
            <a:off x="1746201"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6" name="Google Shape;76;p10"/>
          <p:cNvSpPr txBox="1"/>
          <p:nvPr>
            <p:ph idx="4" type="subTitle"/>
          </p:nvPr>
        </p:nvSpPr>
        <p:spPr>
          <a:xfrm>
            <a:off x="5732775"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7" name="Google Shape;77;p10"/>
          <p:cNvSpPr txBox="1"/>
          <p:nvPr>
            <p:ph hasCustomPrompt="1" idx="5" type="title"/>
          </p:nvPr>
        </p:nvSpPr>
        <p:spPr>
          <a:xfrm>
            <a:off x="5732776"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8" name="Google Shape;78;p10"/>
          <p:cNvSpPr txBox="1"/>
          <p:nvPr>
            <p:ph idx="6" type="subTitle"/>
          </p:nvPr>
        </p:nvSpPr>
        <p:spPr>
          <a:xfrm>
            <a:off x="117356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9" name="Google Shape;79;p10"/>
          <p:cNvSpPr txBox="1"/>
          <p:nvPr>
            <p:ph hasCustomPrompt="1" idx="7" type="title"/>
          </p:nvPr>
        </p:nvSpPr>
        <p:spPr>
          <a:xfrm>
            <a:off x="116586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0" name="Google Shape;80;p10"/>
          <p:cNvSpPr txBox="1"/>
          <p:nvPr>
            <p:ph idx="8" type="subTitle"/>
          </p:nvPr>
        </p:nvSpPr>
        <p:spPr>
          <a:xfrm>
            <a:off x="4069736"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1" name="Google Shape;81;p10"/>
          <p:cNvSpPr txBox="1"/>
          <p:nvPr>
            <p:ph hasCustomPrompt="1" idx="9" type="title"/>
          </p:nvPr>
        </p:nvSpPr>
        <p:spPr>
          <a:xfrm>
            <a:off x="4062044"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2" name="Google Shape;82;p10"/>
          <p:cNvSpPr txBox="1"/>
          <p:nvPr>
            <p:ph idx="13" type="subTitle"/>
          </p:nvPr>
        </p:nvSpPr>
        <p:spPr>
          <a:xfrm>
            <a:off x="692541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3" name="Google Shape;83;p10"/>
          <p:cNvSpPr txBox="1"/>
          <p:nvPr>
            <p:ph hasCustomPrompt="1" idx="14" type="title"/>
          </p:nvPr>
        </p:nvSpPr>
        <p:spPr>
          <a:xfrm>
            <a:off x="691771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TITLE_4_1_1_2_1">
    <p:spTree>
      <p:nvGrpSpPr>
        <p:cNvPr id="84" name="Shape 84"/>
        <p:cNvGrpSpPr/>
        <p:nvPr/>
      </p:nvGrpSpPr>
      <p:grpSpPr>
        <a:xfrm>
          <a:off x="0" y="0"/>
          <a:ext cx="0" cy="0"/>
          <a:chOff x="0" y="0"/>
          <a:chExt cx="0" cy="0"/>
        </a:xfrm>
      </p:grpSpPr>
      <p:sp>
        <p:nvSpPr>
          <p:cNvPr id="85" name="Google Shape;85;p1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86" name="Google Shape;86;p1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87" name="Google Shape;87;p11"/>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SzPts val="1200"/>
              <a:buNone/>
              <a:defRPr sz="1200"/>
            </a:lvl1pPr>
            <a:lvl2pPr lvl="1" rtl="0" algn="l">
              <a:lnSpc>
                <a:spcPct val="115000"/>
              </a:lnSpc>
              <a:spcBef>
                <a:spcPts val="1600"/>
              </a:spcBef>
              <a:spcAft>
                <a:spcPts val="0"/>
              </a:spcAft>
              <a:buSzPts val="1800"/>
              <a:buNone/>
              <a:defRPr/>
            </a:lvl2pPr>
            <a:lvl3pPr lvl="2" rtl="0" algn="l">
              <a:lnSpc>
                <a:spcPct val="115000"/>
              </a:lnSpc>
              <a:spcBef>
                <a:spcPts val="1600"/>
              </a:spcBef>
              <a:spcAft>
                <a:spcPts val="0"/>
              </a:spcAft>
              <a:buSzPts val="1600"/>
              <a:buNone/>
              <a:defRPr/>
            </a:lvl3pPr>
            <a:lvl4pPr lvl="3" rtl="0" algn="l">
              <a:lnSpc>
                <a:spcPct val="115000"/>
              </a:lnSpc>
              <a:spcBef>
                <a:spcPts val="1600"/>
              </a:spcBef>
              <a:spcAft>
                <a:spcPts val="0"/>
              </a:spcAft>
              <a:buSzPts val="1300"/>
              <a:buNone/>
              <a:defRPr/>
            </a:lvl4pPr>
            <a:lvl5pPr lvl="4" rtl="0" algn="l">
              <a:lnSpc>
                <a:spcPct val="115000"/>
              </a:lnSpc>
              <a:spcBef>
                <a:spcPts val="1600"/>
              </a:spcBef>
              <a:spcAft>
                <a:spcPts val="0"/>
              </a:spcAft>
              <a:buSzPts val="1000"/>
              <a:buNone/>
              <a:defRPr/>
            </a:lvl5pPr>
            <a:lvl6pPr lvl="5" rtl="0" algn="l">
              <a:lnSpc>
                <a:spcPct val="115000"/>
              </a:lnSpc>
              <a:spcBef>
                <a:spcPts val="1600"/>
              </a:spcBef>
              <a:spcAft>
                <a:spcPts val="0"/>
              </a:spcAft>
              <a:buSzPts val="800"/>
              <a:buNone/>
              <a:defRPr/>
            </a:lvl6pPr>
            <a:lvl7pPr lvl="6" rtl="0" algn="l">
              <a:lnSpc>
                <a:spcPct val="115000"/>
              </a:lnSpc>
              <a:spcBef>
                <a:spcPts val="1600"/>
              </a:spcBef>
              <a:spcAft>
                <a:spcPts val="0"/>
              </a:spcAft>
              <a:buSzPts val="800"/>
              <a:buNone/>
              <a:defRPr/>
            </a:lvl7pPr>
            <a:lvl8pPr lvl="7" rtl="0" algn="l">
              <a:lnSpc>
                <a:spcPct val="115000"/>
              </a:lnSpc>
              <a:spcBef>
                <a:spcPts val="1600"/>
              </a:spcBef>
              <a:spcAft>
                <a:spcPts val="0"/>
              </a:spcAft>
              <a:buSzPts val="800"/>
              <a:buNone/>
              <a:defRPr/>
            </a:lvl8pPr>
            <a:lvl9pPr lvl="8" rtl="0" algn="l">
              <a:lnSpc>
                <a:spcPct val="115000"/>
              </a:lnSpc>
              <a:spcBef>
                <a:spcPts val="1600"/>
              </a:spcBef>
              <a:spcAft>
                <a:spcPts val="1600"/>
              </a:spcAft>
              <a:buSzPts val="800"/>
              <a:buNone/>
              <a:defRPr/>
            </a:lvl9pPr>
          </a:lstStyle>
          <a:p/>
        </p:txBody>
      </p:sp>
      <p:pic>
        <p:nvPicPr>
          <p:cNvPr id="88" name="Google Shape;88;p1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89" name="Google Shape;89;p1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90" name="Google Shape;90;p1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91" name="Google Shape;91;p11"/>
          <p:cNvSpPr/>
          <p:nvPr/>
        </p:nvSpPr>
        <p:spPr>
          <a:xfrm>
            <a:off x="-1796500" y="-1035426"/>
            <a:ext cx="3940412" cy="4188043"/>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cxnSp>
        <p:nvCxnSpPr>
          <p:cNvPr id="92" name="Google Shape;92;p11"/>
          <p:cNvCxnSpPr/>
          <p:nvPr/>
        </p:nvCxnSpPr>
        <p:spPr>
          <a:xfrm>
            <a:off x="8427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3" name="Google Shape;93;p11"/>
          <p:cNvCxnSpPr/>
          <p:nvPr/>
        </p:nvCxnSpPr>
        <p:spPr>
          <a:xfrm>
            <a:off x="34806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4" name="Google Shape;94;p11"/>
          <p:cNvCxnSpPr/>
          <p:nvPr/>
        </p:nvCxnSpPr>
        <p:spPr>
          <a:xfrm>
            <a:off x="60960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5" name="Google Shape;95;p11"/>
          <p:cNvCxnSpPr/>
          <p:nvPr/>
        </p:nvCxnSpPr>
        <p:spPr>
          <a:xfrm rot="10800000">
            <a:off x="21381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6" name="Google Shape;96;p11"/>
          <p:cNvCxnSpPr/>
          <p:nvPr/>
        </p:nvCxnSpPr>
        <p:spPr>
          <a:xfrm rot="10800000">
            <a:off x="47760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7" name="Google Shape;97;p11"/>
          <p:cNvCxnSpPr/>
          <p:nvPr/>
        </p:nvCxnSpPr>
        <p:spPr>
          <a:xfrm rot="10800000">
            <a:off x="7391400" y="2297251"/>
            <a:ext cx="0" cy="255300"/>
          </a:xfrm>
          <a:prstGeom prst="straightConnector1">
            <a:avLst/>
          </a:prstGeom>
          <a:noFill/>
          <a:ln cap="flat" cmpd="sng" w="9525">
            <a:solidFill>
              <a:srgbClr val="B7B7B7"/>
            </a:solidFill>
            <a:prstDash val="solid"/>
            <a:round/>
            <a:headEnd len="med" w="med" type="none"/>
            <a:tailEnd len="med" w="med" type="oval"/>
          </a:ln>
        </p:spPr>
      </p:cxnSp>
      <p:sp>
        <p:nvSpPr>
          <p:cNvPr id="98" name="Google Shape;98;p11"/>
          <p:cNvSpPr/>
          <p:nvPr/>
        </p:nvSpPr>
        <p:spPr>
          <a:xfrm>
            <a:off x="633375" y="2467925"/>
            <a:ext cx="1349100" cy="384900"/>
          </a:xfrm>
          <a:prstGeom prst="rect">
            <a:avLst/>
          </a:prstGeom>
          <a:solidFill>
            <a:srgbClr val="6363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99" name="Google Shape;99;p11"/>
          <p:cNvSpPr/>
          <p:nvPr/>
        </p:nvSpPr>
        <p:spPr>
          <a:xfrm>
            <a:off x="1951889" y="2467925"/>
            <a:ext cx="1349100" cy="3849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0" name="Google Shape;100;p11"/>
          <p:cNvSpPr/>
          <p:nvPr/>
        </p:nvSpPr>
        <p:spPr>
          <a:xfrm>
            <a:off x="3270403" y="2467925"/>
            <a:ext cx="1349100" cy="384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1" name="Google Shape;101;p11"/>
          <p:cNvSpPr/>
          <p:nvPr/>
        </p:nvSpPr>
        <p:spPr>
          <a:xfrm>
            <a:off x="4588917" y="2467925"/>
            <a:ext cx="1349100" cy="384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2" name="Google Shape;102;p11"/>
          <p:cNvSpPr/>
          <p:nvPr/>
        </p:nvSpPr>
        <p:spPr>
          <a:xfrm>
            <a:off x="5907431" y="2467925"/>
            <a:ext cx="1349100" cy="3849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3" name="Google Shape;103;p11"/>
          <p:cNvSpPr/>
          <p:nvPr/>
        </p:nvSpPr>
        <p:spPr>
          <a:xfrm>
            <a:off x="7225945" y="2467925"/>
            <a:ext cx="1349100" cy="384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4" name="Google Shape;104;p11"/>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05" name="Google Shape;105;p11"/>
          <p:cNvSpPr txBox="1"/>
          <p:nvPr>
            <p:ph idx="2" type="subTitle"/>
          </p:nvPr>
        </p:nvSpPr>
        <p:spPr>
          <a:xfrm>
            <a:off x="2097879" y="110542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6" name="Google Shape;106;p11"/>
          <p:cNvSpPr txBox="1"/>
          <p:nvPr>
            <p:ph idx="3" type="subTitle"/>
          </p:nvPr>
        </p:nvSpPr>
        <p:spPr>
          <a:xfrm>
            <a:off x="4724701" y="110542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7" name="Google Shape;107;p11"/>
          <p:cNvSpPr txBox="1"/>
          <p:nvPr>
            <p:ph idx="4" type="subTitle"/>
          </p:nvPr>
        </p:nvSpPr>
        <p:spPr>
          <a:xfrm>
            <a:off x="7351526" y="110542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8" name="Google Shape;108;p11"/>
          <p:cNvSpPr txBox="1"/>
          <p:nvPr>
            <p:ph idx="5" type="subTitle"/>
          </p:nvPr>
        </p:nvSpPr>
        <p:spPr>
          <a:xfrm>
            <a:off x="805717" y="3117122"/>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9" name="Google Shape;109;p11"/>
          <p:cNvSpPr txBox="1"/>
          <p:nvPr>
            <p:ph idx="6" type="subTitle"/>
          </p:nvPr>
        </p:nvSpPr>
        <p:spPr>
          <a:xfrm>
            <a:off x="3432539" y="3117122"/>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10" name="Google Shape;110;p11"/>
          <p:cNvSpPr txBox="1"/>
          <p:nvPr>
            <p:ph idx="7" type="subTitle"/>
          </p:nvPr>
        </p:nvSpPr>
        <p:spPr>
          <a:xfrm>
            <a:off x="6059364" y="3117122"/>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hoto">
  <p:cSld name="MAIN_POINT_2">
    <p:spTree>
      <p:nvGrpSpPr>
        <p:cNvPr id="111" name="Shape 111"/>
        <p:cNvGrpSpPr/>
        <p:nvPr/>
      </p:nvGrpSpPr>
      <p:grpSpPr>
        <a:xfrm>
          <a:off x="0" y="0"/>
          <a:ext cx="0" cy="0"/>
          <a:chOff x="0" y="0"/>
          <a:chExt cx="0" cy="0"/>
        </a:xfrm>
      </p:grpSpPr>
      <p:sp>
        <p:nvSpPr>
          <p:cNvPr id="112" name="Google Shape;112;p12"/>
          <p:cNvSpPr txBox="1"/>
          <p:nvPr>
            <p:ph type="title"/>
          </p:nvPr>
        </p:nvSpPr>
        <p:spPr>
          <a:xfrm>
            <a:off x="4089400" y="1013175"/>
            <a:ext cx="4648500" cy="26967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13" name="Google Shape;113;p12"/>
          <p:cNvSpPr/>
          <p:nvPr>
            <p:ph idx="2" type="pic"/>
          </p:nvPr>
        </p:nvSpPr>
        <p:spPr>
          <a:xfrm>
            <a:off x="-1200325" y="0"/>
            <a:ext cx="4248300" cy="5143500"/>
          </a:xfrm>
          <a:prstGeom prst="rect">
            <a:avLst/>
          </a:prstGeom>
          <a:noFill/>
          <a:ln>
            <a:noFill/>
          </a:ln>
          <a:effectLst>
            <a:outerShdw blurRad="114300" rotWithShape="0" algn="bl" dir="5400000" dist="19050">
              <a:srgbClr val="000000">
                <a:alpha val="12941"/>
              </a:srgbClr>
            </a:outerShdw>
          </a:effectLst>
        </p:spPr>
      </p:sp>
      <p:pic>
        <p:nvPicPr>
          <p:cNvPr id="114" name="Google Shape;114;p12"/>
          <p:cNvPicPr preferRelativeResize="0"/>
          <p:nvPr/>
        </p:nvPicPr>
        <p:blipFill rotWithShape="1">
          <a:blip r:embed="rId2">
            <a:alphaModFix/>
          </a:blip>
          <a:srcRect b="0" l="0" r="0" t="0"/>
          <a:stretch/>
        </p:blipFill>
        <p:spPr>
          <a:xfrm>
            <a:off x="3465100" y="1118150"/>
            <a:ext cx="357101" cy="357101"/>
          </a:xfrm>
          <a:prstGeom prst="rect">
            <a:avLst/>
          </a:prstGeom>
          <a:noFill/>
          <a:ln>
            <a:noFill/>
          </a:ln>
        </p:spPr>
      </p:pic>
      <p:sp>
        <p:nvSpPr>
          <p:cNvPr id="115" name="Google Shape;115;p1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sp>
        <p:nvSpPr>
          <p:cNvPr id="116" name="Google Shape;116;p12"/>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200"/>
              <a:buNone/>
              <a:defRPr sz="12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17" name="Google Shape;117;p12"/>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18" name="Google Shape;118;p12"/>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19" name="Google Shape;119;p12"/>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1">
  <p:cSld name="MAIN_POINT_2_2_1_1_1">
    <p:bg>
      <p:bgPr>
        <a:solidFill>
          <a:srgbClr val="000000"/>
        </a:solidFill>
      </p:bgPr>
    </p:bg>
    <p:spTree>
      <p:nvGrpSpPr>
        <p:cNvPr id="120" name="Shape 120"/>
        <p:cNvGrpSpPr/>
        <p:nvPr/>
      </p:nvGrpSpPr>
      <p:grpSpPr>
        <a:xfrm>
          <a:off x="0" y="0"/>
          <a:ext cx="0" cy="0"/>
          <a:chOff x="0" y="0"/>
          <a:chExt cx="0" cy="0"/>
        </a:xfrm>
      </p:grpSpPr>
      <p:sp>
        <p:nvSpPr>
          <p:cNvPr id="121" name="Google Shape;121;p13"/>
          <p:cNvSpPr/>
          <p:nvPr>
            <p:ph idx="2" type="pic"/>
          </p:nvPr>
        </p:nvSpPr>
        <p:spPr>
          <a:xfrm>
            <a:off x="-95250" y="-155150"/>
            <a:ext cx="9334500" cy="5467500"/>
          </a:xfrm>
          <a:prstGeom prst="rect">
            <a:avLst/>
          </a:prstGeom>
          <a:noFill/>
          <a:ln>
            <a:noFill/>
          </a:ln>
        </p:spPr>
      </p:sp>
      <p:pic>
        <p:nvPicPr>
          <p:cNvPr id="122" name="Google Shape;122;p13"/>
          <p:cNvPicPr preferRelativeResize="0"/>
          <p:nvPr/>
        </p:nvPicPr>
        <p:blipFill rotWithShape="1">
          <a:blip r:embed="rId2">
            <a:alphaModFix/>
          </a:blip>
          <a:srcRect b="0" l="0" r="0" t="0"/>
          <a:stretch/>
        </p:blipFill>
        <p:spPr>
          <a:xfrm>
            <a:off x="1523975" y="1296782"/>
            <a:ext cx="6096025" cy="254991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lank" type="titleOnly">
  <p:cSld name="TITLE_ONLY">
    <p:spTree>
      <p:nvGrpSpPr>
        <p:cNvPr id="123" name="Shape 123"/>
        <p:cNvGrpSpPr/>
        <p:nvPr/>
      </p:nvGrpSpPr>
      <p:grpSpPr>
        <a:xfrm>
          <a:off x="0" y="0"/>
          <a:ext cx="0" cy="0"/>
          <a:chOff x="0" y="0"/>
          <a:chExt cx="0" cy="0"/>
        </a:xfrm>
      </p:grpSpPr>
      <p:sp>
        <p:nvSpPr>
          <p:cNvPr id="124" name="Google Shape;124;p1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sp>
        <p:nvSpPr>
          <p:cNvPr id="125" name="Google Shape;125;p14"/>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200"/>
              <a:buNone/>
              <a:defRPr sz="12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26" name="Google Shape;126;p14"/>
          <p:cNvPicPr preferRelativeResize="0"/>
          <p:nvPr/>
        </p:nvPicPr>
        <p:blipFill rotWithShape="1">
          <a:blip r:embed="rId2">
            <a:alphaModFix/>
          </a:blip>
          <a:srcRect b="0" l="0" r="0" t="0"/>
          <a:stretch/>
        </p:blipFill>
        <p:spPr>
          <a:xfrm>
            <a:off x="8508125" y="4405475"/>
            <a:ext cx="414509" cy="414514"/>
          </a:xfrm>
          <a:prstGeom prst="rect">
            <a:avLst/>
          </a:prstGeom>
          <a:noFill/>
          <a:ln>
            <a:noFill/>
          </a:ln>
        </p:spPr>
      </p:pic>
      <p:pic>
        <p:nvPicPr>
          <p:cNvPr id="127" name="Google Shape;127;p14"/>
          <p:cNvPicPr preferRelativeResize="0"/>
          <p:nvPr/>
        </p:nvPicPr>
        <p:blipFill rotWithShape="1">
          <a:blip r:embed="rId3">
            <a:alphaModFix/>
          </a:blip>
          <a:srcRect b="0" l="0" r="0" t="0"/>
          <a:stretch/>
        </p:blipFill>
        <p:spPr>
          <a:xfrm>
            <a:off x="8191675" y="4514449"/>
            <a:ext cx="785021" cy="785026"/>
          </a:xfrm>
          <a:prstGeom prst="rect">
            <a:avLst/>
          </a:prstGeom>
          <a:noFill/>
          <a:ln>
            <a:noFill/>
          </a:ln>
        </p:spPr>
      </p:pic>
      <p:pic>
        <p:nvPicPr>
          <p:cNvPr id="128" name="Google Shape;128;p14"/>
          <p:cNvPicPr preferRelativeResize="0"/>
          <p:nvPr/>
        </p:nvPicPr>
        <p:blipFill rotWithShape="1">
          <a:blip r:embed="rId4">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2">
  <p:cSld name="MAIN_POINT_2_2_1">
    <p:bg>
      <p:bgPr>
        <a:solidFill>
          <a:schemeClr val="accent1"/>
        </a:solidFill>
      </p:bgPr>
    </p:bg>
    <p:spTree>
      <p:nvGrpSpPr>
        <p:cNvPr id="129" name="Shape 129"/>
        <p:cNvGrpSpPr/>
        <p:nvPr/>
      </p:nvGrpSpPr>
      <p:grpSpPr>
        <a:xfrm>
          <a:off x="0" y="0"/>
          <a:ext cx="0" cy="0"/>
          <a:chOff x="0" y="0"/>
          <a:chExt cx="0" cy="0"/>
        </a:xfrm>
      </p:grpSpPr>
      <p:sp>
        <p:nvSpPr>
          <p:cNvPr id="130" name="Google Shape;130;p15"/>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31" name="Google Shape;131;p15"/>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
  <p:cSld name="MAIN_POINT_2_2_2">
    <p:bg>
      <p:bgPr>
        <a:solidFill>
          <a:schemeClr val="dk1"/>
        </a:solidFill>
      </p:bgPr>
    </p:bg>
    <p:spTree>
      <p:nvGrpSpPr>
        <p:cNvPr id="132" name="Shape 132"/>
        <p:cNvGrpSpPr/>
        <p:nvPr/>
      </p:nvGrpSpPr>
      <p:grpSpPr>
        <a:xfrm>
          <a:off x="0" y="0"/>
          <a:ext cx="0" cy="0"/>
          <a:chOff x="0" y="0"/>
          <a:chExt cx="0" cy="0"/>
        </a:xfrm>
      </p:grpSpPr>
      <p:sp>
        <p:nvSpPr>
          <p:cNvPr id="133" name="Google Shape;133;p16"/>
          <p:cNvSpPr/>
          <p:nvPr>
            <p:ph idx="2" type="pic"/>
          </p:nvPr>
        </p:nvSpPr>
        <p:spPr>
          <a:xfrm>
            <a:off x="207260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
        <p:nvSpPr>
          <p:cNvPr id="134" name="Google Shape;134;p16"/>
          <p:cNvSpPr/>
          <p:nvPr>
            <p:ph idx="3" type="pic"/>
          </p:nvPr>
        </p:nvSpPr>
        <p:spPr>
          <a:xfrm>
            <a:off x="-374885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
    <p:spTree>
      <p:nvGrpSpPr>
        <p:cNvPr id="135" name="Shape 135"/>
        <p:cNvGrpSpPr/>
        <p:nvPr/>
      </p:nvGrpSpPr>
      <p:grpSpPr>
        <a:xfrm>
          <a:off x="0" y="0"/>
          <a:ext cx="0" cy="0"/>
          <a:chOff x="0" y="0"/>
          <a:chExt cx="0" cy="0"/>
        </a:xfrm>
      </p:grpSpPr>
      <p:sp>
        <p:nvSpPr>
          <p:cNvPr id="136" name="Google Shape;136;p17"/>
          <p:cNvSpPr/>
          <p:nvPr/>
        </p:nvSpPr>
        <p:spPr>
          <a:xfrm>
            <a:off x="-86275" y="3251075"/>
            <a:ext cx="9321900" cy="683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7" name="Google Shape;137;p17"/>
          <p:cNvSpPr txBox="1"/>
          <p:nvPr>
            <p:ph type="ctrTitle"/>
          </p:nvPr>
        </p:nvSpPr>
        <p:spPr>
          <a:xfrm>
            <a:off x="2093850" y="859575"/>
            <a:ext cx="4956300" cy="1719000"/>
          </a:xfrm>
          <a:prstGeom prst="rect">
            <a:avLst/>
          </a:prstGeom>
          <a:noFill/>
          <a:ln>
            <a:noFill/>
          </a:ln>
        </p:spPr>
        <p:txBody>
          <a:bodyPr anchorCtr="0" anchor="ctr" bIns="0" lIns="0" spcFirstLastPara="1" rIns="0" wrap="square" tIns="0">
            <a:noAutofit/>
          </a:bodyPr>
          <a:lstStyle>
            <a:lvl1pPr lvl="0" algn="ctr">
              <a:lnSpc>
                <a:spcPct val="80000"/>
              </a:lnSpc>
              <a:spcBef>
                <a:spcPts val="0"/>
              </a:spcBef>
              <a:spcAft>
                <a:spcPts val="0"/>
              </a:spcAft>
              <a:buSzPts val="5500"/>
              <a:buNone/>
              <a:defRPr sz="5500"/>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p:txBody>
      </p:sp>
      <p:sp>
        <p:nvSpPr>
          <p:cNvPr id="138" name="Google Shape;138;p17"/>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Source Sans Pro"/>
              <a:ea typeface="Source Sans Pro"/>
              <a:cs typeface="Source Sans Pro"/>
              <a:sym typeface="Source Sans Pro"/>
            </a:endParaRPr>
          </a:p>
        </p:txBody>
      </p:sp>
      <p:pic>
        <p:nvPicPr>
          <p:cNvPr id="139" name="Google Shape;139;p17"/>
          <p:cNvPicPr preferRelativeResize="0"/>
          <p:nvPr/>
        </p:nvPicPr>
        <p:blipFill rotWithShape="1">
          <a:blip r:embed="rId2">
            <a:alphaModFix/>
          </a:blip>
          <a:srcRect b="0" l="0" r="0" t="0"/>
          <a:stretch/>
        </p:blipFill>
        <p:spPr>
          <a:xfrm>
            <a:off x="3157188" y="4400095"/>
            <a:ext cx="2829624" cy="332975"/>
          </a:xfrm>
          <a:prstGeom prst="rect">
            <a:avLst/>
          </a:prstGeom>
          <a:noFill/>
          <a:ln>
            <a:noFill/>
          </a:ln>
        </p:spPr>
      </p:pic>
      <p:pic>
        <p:nvPicPr>
          <p:cNvPr id="140" name="Google Shape;140;p17"/>
          <p:cNvPicPr preferRelativeResize="0"/>
          <p:nvPr/>
        </p:nvPicPr>
        <p:blipFill rotWithShape="1">
          <a:blip r:embed="rId3">
            <a:alphaModFix/>
          </a:blip>
          <a:srcRect b="0" l="0" r="0" t="19112"/>
          <a:stretch/>
        </p:blipFill>
        <p:spPr>
          <a:xfrm>
            <a:off x="-1530325" y="3251200"/>
            <a:ext cx="12103050" cy="683575"/>
          </a:xfrm>
          <a:prstGeom prst="rect">
            <a:avLst/>
          </a:prstGeom>
          <a:noFill/>
          <a:ln>
            <a:noFill/>
          </a:ln>
        </p:spPr>
      </p:pic>
      <p:sp>
        <p:nvSpPr>
          <p:cNvPr id="141" name="Google Shape;141;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SECTION_HEADER_1_1_1">
    <p:bg>
      <p:bgPr>
        <a:solidFill>
          <a:schemeClr val="lt1"/>
        </a:solidFill>
      </p:bgPr>
    </p:bg>
    <p:spTree>
      <p:nvGrpSpPr>
        <p:cNvPr id="142" name="Shape 142"/>
        <p:cNvGrpSpPr/>
        <p:nvPr/>
      </p:nvGrpSpPr>
      <p:grpSpPr>
        <a:xfrm>
          <a:off x="0" y="0"/>
          <a:ext cx="0" cy="0"/>
          <a:chOff x="0" y="0"/>
          <a:chExt cx="0" cy="0"/>
        </a:xfrm>
      </p:grpSpPr>
      <p:sp>
        <p:nvSpPr>
          <p:cNvPr id="143" name="Google Shape;14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18"/>
          <p:cNvSpPr/>
          <p:nvPr/>
        </p:nvSpPr>
        <p:spPr>
          <a:xfrm>
            <a:off x="1650" y="0"/>
            <a:ext cx="9144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8"/>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000000"/>
              </a:buClr>
              <a:buSzPts val="6800"/>
              <a:buNone/>
              <a:defRPr sz="6800">
                <a:solidFill>
                  <a:srgbClr val="000000"/>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spTree>
      <p:nvGrpSpPr>
        <p:cNvPr id="146" name="Shape 146"/>
        <p:cNvGrpSpPr/>
        <p:nvPr/>
      </p:nvGrpSpPr>
      <p:grpSpPr>
        <a:xfrm>
          <a:off x="0" y="0"/>
          <a:ext cx="0" cy="0"/>
          <a:chOff x="0" y="0"/>
          <a:chExt cx="0" cy="0"/>
        </a:xfrm>
      </p:grpSpPr>
      <p:sp>
        <p:nvSpPr>
          <p:cNvPr id="147" name="Google Shape;147;p19"/>
          <p:cNvSpPr/>
          <p:nvPr/>
        </p:nvSpPr>
        <p:spPr>
          <a:xfrm>
            <a:off x="165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9"/>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FFFFFF"/>
              </a:buClr>
              <a:buSzPts val="6800"/>
              <a:buNone/>
              <a:defRPr sz="6800">
                <a:solidFill>
                  <a:srgbClr val="FFFFFF"/>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oxes">
  <p:cSld name="TITLE_ONLY_1_1">
    <p:spTree>
      <p:nvGrpSpPr>
        <p:cNvPr id="149" name="Shape 149"/>
        <p:cNvGrpSpPr/>
        <p:nvPr/>
      </p:nvGrpSpPr>
      <p:grpSpPr>
        <a:xfrm>
          <a:off x="0" y="0"/>
          <a:ext cx="0" cy="0"/>
          <a:chOff x="0" y="0"/>
          <a:chExt cx="0" cy="0"/>
        </a:xfrm>
      </p:grpSpPr>
      <p:sp>
        <p:nvSpPr>
          <p:cNvPr id="150" name="Google Shape;150;p20"/>
          <p:cNvSpPr/>
          <p:nvPr/>
        </p:nvSpPr>
        <p:spPr>
          <a:xfrm>
            <a:off x="654225" y="1297000"/>
            <a:ext cx="2418300" cy="2397600"/>
          </a:xfrm>
          <a:prstGeom prst="rect">
            <a:avLst/>
          </a:prstGeom>
          <a:solidFill>
            <a:schemeClr val="accen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0"/>
          <p:cNvSpPr/>
          <p:nvPr/>
        </p:nvSpPr>
        <p:spPr>
          <a:xfrm>
            <a:off x="3362892" y="1297000"/>
            <a:ext cx="2418300" cy="2397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0"/>
          <p:cNvSpPr/>
          <p:nvPr/>
        </p:nvSpPr>
        <p:spPr>
          <a:xfrm>
            <a:off x="6071559" y="1297000"/>
            <a:ext cx="2418300" cy="2397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0"/>
          <p:cNvSpPr txBox="1"/>
          <p:nvPr>
            <p:ph idx="1" type="subTitle"/>
          </p:nvPr>
        </p:nvSpPr>
        <p:spPr>
          <a:xfrm>
            <a:off x="65425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54" name="Google Shape;154;p20"/>
          <p:cNvSpPr txBox="1"/>
          <p:nvPr>
            <p:ph idx="2" type="subTitle"/>
          </p:nvPr>
        </p:nvSpPr>
        <p:spPr>
          <a:xfrm>
            <a:off x="3362900" y="1297000"/>
            <a:ext cx="2418300" cy="23649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55" name="Google Shape;155;p20"/>
          <p:cNvSpPr txBox="1"/>
          <p:nvPr>
            <p:ph idx="3" type="subTitle"/>
          </p:nvPr>
        </p:nvSpPr>
        <p:spPr>
          <a:xfrm>
            <a:off x="6071575"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56" name="Google Shape;156;p2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157" name="Google Shape;157;p20"/>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58" name="Google Shape;158;p20"/>
          <p:cNvSpPr txBox="1"/>
          <p:nvPr>
            <p:ph idx="4"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200"/>
              <a:buNone/>
              <a:defRPr sz="12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59" name="Google Shape;159;p20"/>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60" name="Google Shape;160;p20"/>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61" name="Google Shape;161;p20"/>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62" name="Google Shape;162;p20"/>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412">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with left rule">
  <p:cSld name="TITLE_ONLY_1_1_1">
    <p:spTree>
      <p:nvGrpSpPr>
        <p:cNvPr id="163" name="Shape 163"/>
        <p:cNvGrpSpPr/>
        <p:nvPr/>
      </p:nvGrpSpPr>
      <p:grpSpPr>
        <a:xfrm>
          <a:off x="0" y="0"/>
          <a:ext cx="0" cy="0"/>
          <a:chOff x="0" y="0"/>
          <a:chExt cx="0" cy="0"/>
        </a:xfrm>
      </p:grpSpPr>
      <p:sp>
        <p:nvSpPr>
          <p:cNvPr id="164" name="Google Shape;164;p2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sz="1300"/>
          </a:p>
        </p:txBody>
      </p:sp>
      <p:pic>
        <p:nvPicPr>
          <p:cNvPr id="165" name="Google Shape;165;p2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66" name="Google Shape;166;p21"/>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SzPts val="1200"/>
              <a:buNone/>
              <a:defRPr sz="1200"/>
            </a:lvl1pPr>
            <a:lvl2pPr lvl="1" rtl="0" algn="l">
              <a:lnSpc>
                <a:spcPct val="115000"/>
              </a:lnSpc>
              <a:spcBef>
                <a:spcPts val="1600"/>
              </a:spcBef>
              <a:spcAft>
                <a:spcPts val="0"/>
              </a:spcAft>
              <a:buSzPts val="1800"/>
              <a:buNone/>
              <a:defRPr/>
            </a:lvl2pPr>
            <a:lvl3pPr lvl="2" rtl="0" algn="l">
              <a:lnSpc>
                <a:spcPct val="115000"/>
              </a:lnSpc>
              <a:spcBef>
                <a:spcPts val="1600"/>
              </a:spcBef>
              <a:spcAft>
                <a:spcPts val="0"/>
              </a:spcAft>
              <a:buSzPts val="1600"/>
              <a:buNone/>
              <a:defRPr/>
            </a:lvl3pPr>
            <a:lvl4pPr lvl="3" rtl="0" algn="l">
              <a:lnSpc>
                <a:spcPct val="115000"/>
              </a:lnSpc>
              <a:spcBef>
                <a:spcPts val="1600"/>
              </a:spcBef>
              <a:spcAft>
                <a:spcPts val="0"/>
              </a:spcAft>
              <a:buSzPts val="1300"/>
              <a:buNone/>
              <a:defRPr/>
            </a:lvl4pPr>
            <a:lvl5pPr lvl="4" rtl="0" algn="l">
              <a:lnSpc>
                <a:spcPct val="115000"/>
              </a:lnSpc>
              <a:spcBef>
                <a:spcPts val="1600"/>
              </a:spcBef>
              <a:spcAft>
                <a:spcPts val="0"/>
              </a:spcAft>
              <a:buSzPts val="1000"/>
              <a:buNone/>
              <a:defRPr/>
            </a:lvl5pPr>
            <a:lvl6pPr lvl="5" rtl="0" algn="l">
              <a:lnSpc>
                <a:spcPct val="115000"/>
              </a:lnSpc>
              <a:spcBef>
                <a:spcPts val="1600"/>
              </a:spcBef>
              <a:spcAft>
                <a:spcPts val="0"/>
              </a:spcAft>
              <a:buSzPts val="800"/>
              <a:buNone/>
              <a:defRPr/>
            </a:lvl6pPr>
            <a:lvl7pPr lvl="6" rtl="0" algn="l">
              <a:lnSpc>
                <a:spcPct val="115000"/>
              </a:lnSpc>
              <a:spcBef>
                <a:spcPts val="1600"/>
              </a:spcBef>
              <a:spcAft>
                <a:spcPts val="0"/>
              </a:spcAft>
              <a:buSzPts val="800"/>
              <a:buNone/>
              <a:defRPr/>
            </a:lvl7pPr>
            <a:lvl8pPr lvl="7" rtl="0" algn="l">
              <a:lnSpc>
                <a:spcPct val="115000"/>
              </a:lnSpc>
              <a:spcBef>
                <a:spcPts val="1600"/>
              </a:spcBef>
              <a:spcAft>
                <a:spcPts val="0"/>
              </a:spcAft>
              <a:buSzPts val="800"/>
              <a:buNone/>
              <a:defRPr/>
            </a:lvl8pPr>
            <a:lvl9pPr lvl="8" rtl="0" algn="l">
              <a:lnSpc>
                <a:spcPct val="115000"/>
              </a:lnSpc>
              <a:spcBef>
                <a:spcPts val="1600"/>
              </a:spcBef>
              <a:spcAft>
                <a:spcPts val="1600"/>
              </a:spcAft>
              <a:buSzPts val="800"/>
              <a:buNone/>
              <a:defRPr/>
            </a:lvl9pPr>
          </a:lstStyle>
          <a:p/>
        </p:txBody>
      </p:sp>
      <p:pic>
        <p:nvPicPr>
          <p:cNvPr id="167" name="Google Shape;167;p2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68" name="Google Shape;168;p2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69" name="Google Shape;169;p2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cxnSp>
        <p:nvCxnSpPr>
          <p:cNvPr id="170" name="Google Shape;170;p21"/>
          <p:cNvCxnSpPr/>
          <p:nvPr/>
        </p:nvCxnSpPr>
        <p:spPr>
          <a:xfrm>
            <a:off x="529825" y="1206450"/>
            <a:ext cx="0" cy="2722200"/>
          </a:xfrm>
          <a:prstGeom prst="straightConnector1">
            <a:avLst/>
          </a:prstGeom>
          <a:noFill/>
          <a:ln cap="flat" cmpd="sng" w="9525">
            <a:solidFill>
              <a:srgbClr val="636363"/>
            </a:solidFill>
            <a:prstDash val="solid"/>
            <a:round/>
            <a:headEnd len="med" w="med" type="none"/>
            <a:tailEnd len="med" w="med" type="none"/>
          </a:ln>
        </p:spPr>
      </p:cxnSp>
      <p:cxnSp>
        <p:nvCxnSpPr>
          <p:cNvPr id="171" name="Google Shape;171;p21"/>
          <p:cNvCxnSpPr/>
          <p:nvPr/>
        </p:nvCxnSpPr>
        <p:spPr>
          <a:xfrm>
            <a:off x="3362650" y="1206450"/>
            <a:ext cx="0" cy="2722200"/>
          </a:xfrm>
          <a:prstGeom prst="straightConnector1">
            <a:avLst/>
          </a:prstGeom>
          <a:noFill/>
          <a:ln cap="flat" cmpd="sng" w="9525">
            <a:solidFill>
              <a:srgbClr val="636363"/>
            </a:solidFill>
            <a:prstDash val="solid"/>
            <a:round/>
            <a:headEnd len="med" w="med" type="none"/>
            <a:tailEnd len="med" w="med" type="none"/>
          </a:ln>
        </p:spPr>
      </p:cxnSp>
      <p:cxnSp>
        <p:nvCxnSpPr>
          <p:cNvPr id="172" name="Google Shape;172;p21"/>
          <p:cNvCxnSpPr/>
          <p:nvPr/>
        </p:nvCxnSpPr>
        <p:spPr>
          <a:xfrm>
            <a:off x="6195475" y="1206450"/>
            <a:ext cx="0" cy="2722200"/>
          </a:xfrm>
          <a:prstGeom prst="straightConnector1">
            <a:avLst/>
          </a:prstGeom>
          <a:noFill/>
          <a:ln cap="flat" cmpd="sng" w="9525">
            <a:solidFill>
              <a:srgbClr val="636363"/>
            </a:solidFill>
            <a:prstDash val="solid"/>
            <a:round/>
            <a:headEnd len="med" w="med" type="none"/>
            <a:tailEnd len="med" w="med" type="none"/>
          </a:ln>
        </p:spPr>
      </p:cxnSp>
      <p:sp>
        <p:nvSpPr>
          <p:cNvPr id="173" name="Google Shape;173;p21"/>
          <p:cNvSpPr txBox="1"/>
          <p:nvPr/>
        </p:nvSpPr>
        <p:spPr>
          <a:xfrm>
            <a:off x="714875" y="1663450"/>
            <a:ext cx="2424300" cy="226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solidFill>
                <a:schemeClr val="lt1"/>
              </a:solidFill>
            </a:endParaRPr>
          </a:p>
        </p:txBody>
      </p:sp>
      <p:sp>
        <p:nvSpPr>
          <p:cNvPr id="174" name="Google Shape;174;p21"/>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5" name="Google Shape;175;p21"/>
          <p:cNvSpPr txBox="1"/>
          <p:nvPr>
            <p:ph idx="2" type="subTitle"/>
          </p:nvPr>
        </p:nvSpPr>
        <p:spPr>
          <a:xfrm>
            <a:off x="688825" y="1134050"/>
            <a:ext cx="2511900" cy="4146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2400"/>
              <a:buFont typeface="Source Sans Pro"/>
              <a:buNone/>
              <a:defRPr>
                <a:solidFill>
                  <a:schemeClr val="lt2"/>
                </a:solidFill>
                <a:latin typeface="Source Sans Pro"/>
                <a:ea typeface="Source Sans Pro"/>
                <a:cs typeface="Source Sans Pro"/>
                <a:sym typeface="Source Sans Pro"/>
              </a:defRPr>
            </a:lvl1pPr>
            <a:lvl2pPr lvl="1">
              <a:spcBef>
                <a:spcPts val="1600"/>
              </a:spcBef>
              <a:spcAft>
                <a:spcPts val="0"/>
              </a:spcAft>
              <a:buSzPts val="1800"/>
              <a:buNone/>
              <a:defRPr/>
            </a:lvl2pPr>
            <a:lvl3pPr lvl="2">
              <a:spcBef>
                <a:spcPts val="1600"/>
              </a:spcBef>
              <a:spcAft>
                <a:spcPts val="0"/>
              </a:spcAft>
              <a:buSzPts val="1600"/>
              <a:buNone/>
              <a:defRPr/>
            </a:lvl3pPr>
            <a:lvl4pPr lvl="3">
              <a:spcBef>
                <a:spcPts val="1600"/>
              </a:spcBef>
              <a:spcAft>
                <a:spcPts val="0"/>
              </a:spcAft>
              <a:buSzPts val="1300"/>
              <a:buNone/>
              <a:defRPr/>
            </a:lvl4pPr>
            <a:lvl5pPr lvl="4">
              <a:spcBef>
                <a:spcPts val="1600"/>
              </a:spcBef>
              <a:spcAft>
                <a:spcPts val="0"/>
              </a:spcAft>
              <a:buSzPts val="1000"/>
              <a:buNone/>
              <a:defRPr/>
            </a:lvl5pPr>
            <a:lvl6pPr lvl="5">
              <a:spcBef>
                <a:spcPts val="1600"/>
              </a:spcBef>
              <a:spcAft>
                <a:spcPts val="0"/>
              </a:spcAft>
              <a:buSzPts val="800"/>
              <a:buNone/>
              <a:defRPr/>
            </a:lvl6pPr>
            <a:lvl7pPr lvl="6">
              <a:spcBef>
                <a:spcPts val="1600"/>
              </a:spcBef>
              <a:spcAft>
                <a:spcPts val="0"/>
              </a:spcAft>
              <a:buSzPts val="800"/>
              <a:buNone/>
              <a:defRPr/>
            </a:lvl7pPr>
            <a:lvl8pPr lvl="7">
              <a:spcBef>
                <a:spcPts val="1600"/>
              </a:spcBef>
              <a:spcAft>
                <a:spcPts val="0"/>
              </a:spcAft>
              <a:buSzPts val="800"/>
              <a:buNone/>
              <a:defRPr/>
            </a:lvl8pPr>
            <a:lvl9pPr lvl="8">
              <a:spcBef>
                <a:spcPts val="1600"/>
              </a:spcBef>
              <a:spcAft>
                <a:spcPts val="1600"/>
              </a:spcAft>
              <a:buSzPts val="800"/>
              <a:buNone/>
              <a:defRPr/>
            </a:lvl9pPr>
          </a:lstStyle>
          <a:p/>
        </p:txBody>
      </p:sp>
      <p:sp>
        <p:nvSpPr>
          <p:cNvPr id="176" name="Google Shape;176;p21"/>
          <p:cNvSpPr txBox="1"/>
          <p:nvPr>
            <p:ph idx="3" type="body"/>
          </p:nvPr>
        </p:nvSpPr>
        <p:spPr>
          <a:xfrm>
            <a:off x="688825" y="1671075"/>
            <a:ext cx="2511900" cy="2265300"/>
          </a:xfrm>
          <a:prstGeom prst="rect">
            <a:avLst/>
          </a:prstGeom>
        </p:spPr>
        <p:txBody>
          <a:bodyPr anchorCtr="0" anchor="t" bIns="0" lIns="0" spcFirstLastPara="1" rIns="0" wrap="square" tIns="0">
            <a:no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1600"/>
              </a:spcBef>
              <a:spcAft>
                <a:spcPts val="0"/>
              </a:spcAft>
              <a:buSzPts val="1400"/>
              <a:buChar char="○"/>
              <a:defRPr sz="1400"/>
            </a:lvl2pPr>
            <a:lvl3pPr indent="-317500" lvl="2" marL="1371600">
              <a:lnSpc>
                <a:spcPct val="100000"/>
              </a:lnSpc>
              <a:spcBef>
                <a:spcPts val="1600"/>
              </a:spcBef>
              <a:spcAft>
                <a:spcPts val="0"/>
              </a:spcAft>
              <a:buSzPts val="1400"/>
              <a:buChar char="■"/>
              <a:defRPr sz="1400"/>
            </a:lvl3pPr>
            <a:lvl4pPr indent="-317500" lvl="3" marL="1828800">
              <a:lnSpc>
                <a:spcPct val="100000"/>
              </a:lnSpc>
              <a:spcBef>
                <a:spcPts val="1600"/>
              </a:spcBef>
              <a:spcAft>
                <a:spcPts val="0"/>
              </a:spcAft>
              <a:buSzPts val="1400"/>
              <a:buChar char="●"/>
              <a:defRPr sz="1400"/>
            </a:lvl4pPr>
            <a:lvl5pPr indent="-317500" lvl="4" marL="2286000">
              <a:lnSpc>
                <a:spcPct val="100000"/>
              </a:lnSpc>
              <a:spcBef>
                <a:spcPts val="1600"/>
              </a:spcBef>
              <a:spcAft>
                <a:spcPts val="0"/>
              </a:spcAft>
              <a:buSzPts val="1400"/>
              <a:buChar char="○"/>
              <a:defRPr sz="1400"/>
            </a:lvl5pPr>
            <a:lvl6pPr indent="-317500" lvl="5" marL="2743200">
              <a:lnSpc>
                <a:spcPct val="100000"/>
              </a:lnSpc>
              <a:spcBef>
                <a:spcPts val="1600"/>
              </a:spcBef>
              <a:spcAft>
                <a:spcPts val="0"/>
              </a:spcAft>
              <a:buSzPts val="1400"/>
              <a:buChar char="■"/>
              <a:defRPr sz="1400"/>
            </a:lvl6pPr>
            <a:lvl7pPr indent="-317500" lvl="6" marL="3200400">
              <a:lnSpc>
                <a:spcPct val="100000"/>
              </a:lnSpc>
              <a:spcBef>
                <a:spcPts val="1600"/>
              </a:spcBef>
              <a:spcAft>
                <a:spcPts val="0"/>
              </a:spcAft>
              <a:buSzPts val="1400"/>
              <a:buChar char="●"/>
              <a:defRPr sz="1400"/>
            </a:lvl7pPr>
            <a:lvl8pPr indent="-317500" lvl="7" marL="3657600">
              <a:lnSpc>
                <a:spcPct val="100000"/>
              </a:lnSpc>
              <a:spcBef>
                <a:spcPts val="1600"/>
              </a:spcBef>
              <a:spcAft>
                <a:spcPts val="0"/>
              </a:spcAft>
              <a:buSzPts val="1400"/>
              <a:buChar char="○"/>
              <a:defRPr sz="1400"/>
            </a:lvl8pPr>
            <a:lvl9pPr indent="-317500" lvl="8" marL="4114800">
              <a:lnSpc>
                <a:spcPct val="100000"/>
              </a:lnSpc>
              <a:spcBef>
                <a:spcPts val="1600"/>
              </a:spcBef>
              <a:spcAft>
                <a:spcPts val="1600"/>
              </a:spcAft>
              <a:buSzPts val="1400"/>
              <a:buChar char="■"/>
              <a:defRPr sz="1400"/>
            </a:lvl9pPr>
          </a:lstStyle>
          <a:p/>
        </p:txBody>
      </p:sp>
      <p:sp>
        <p:nvSpPr>
          <p:cNvPr id="177" name="Google Shape;177;p21"/>
          <p:cNvSpPr txBox="1"/>
          <p:nvPr/>
        </p:nvSpPr>
        <p:spPr>
          <a:xfrm>
            <a:off x="3545167" y="1663450"/>
            <a:ext cx="2424300" cy="226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solidFill>
                <a:schemeClr val="lt1"/>
              </a:solidFill>
            </a:endParaRPr>
          </a:p>
        </p:txBody>
      </p:sp>
      <p:sp>
        <p:nvSpPr>
          <p:cNvPr id="178" name="Google Shape;178;p21"/>
          <p:cNvSpPr txBox="1"/>
          <p:nvPr>
            <p:ph idx="4" type="subTitle"/>
          </p:nvPr>
        </p:nvSpPr>
        <p:spPr>
          <a:xfrm>
            <a:off x="3526311" y="1134050"/>
            <a:ext cx="2511900" cy="4146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2400"/>
              <a:buFont typeface="Source Sans Pro"/>
              <a:buNone/>
              <a:defRPr>
                <a:solidFill>
                  <a:schemeClr val="lt2"/>
                </a:solidFill>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79" name="Google Shape;179;p21"/>
          <p:cNvSpPr txBox="1"/>
          <p:nvPr>
            <p:ph idx="5" type="body"/>
          </p:nvPr>
        </p:nvSpPr>
        <p:spPr>
          <a:xfrm>
            <a:off x="3526311" y="1671075"/>
            <a:ext cx="2511900" cy="2265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lnSpc>
                <a:spcPct val="100000"/>
              </a:lnSpc>
              <a:spcBef>
                <a:spcPts val="1600"/>
              </a:spcBef>
              <a:spcAft>
                <a:spcPts val="0"/>
              </a:spcAft>
              <a:buSzPts val="1400"/>
              <a:buChar char="○"/>
              <a:defRPr sz="1400"/>
            </a:lvl2pPr>
            <a:lvl3pPr indent="-317500" lvl="2" marL="1371600" rtl="0">
              <a:spcBef>
                <a:spcPts val="1600"/>
              </a:spcBef>
              <a:spcAft>
                <a:spcPts val="0"/>
              </a:spcAft>
              <a:buSzPts val="1400"/>
              <a:buChar char="■"/>
              <a:defRPr sz="1400"/>
            </a:lvl3pPr>
            <a:lvl4pPr indent="-317500" lvl="3" marL="1828800" rtl="0">
              <a:spcBef>
                <a:spcPts val="1600"/>
              </a:spcBef>
              <a:spcAft>
                <a:spcPts val="0"/>
              </a:spcAft>
              <a:buSzPts val="1400"/>
              <a:buChar char="●"/>
              <a:defRPr sz="1400"/>
            </a:lvl4pPr>
            <a:lvl5pPr indent="-317500" lvl="4" marL="2286000" rtl="0">
              <a:spcBef>
                <a:spcPts val="1600"/>
              </a:spcBef>
              <a:spcAft>
                <a:spcPts val="0"/>
              </a:spcAft>
              <a:buSzPts val="1400"/>
              <a:buChar char="○"/>
              <a:defRPr sz="1400"/>
            </a:lvl5pPr>
            <a:lvl6pPr indent="-317500" lvl="5" marL="2743200" rtl="0">
              <a:spcBef>
                <a:spcPts val="1600"/>
              </a:spcBef>
              <a:spcAft>
                <a:spcPts val="0"/>
              </a:spcAft>
              <a:buSzPts val="1400"/>
              <a:buChar char="■"/>
              <a:defRPr sz="1400"/>
            </a:lvl6pPr>
            <a:lvl7pPr indent="-317500" lvl="6" marL="3200400" rtl="0">
              <a:spcBef>
                <a:spcPts val="1600"/>
              </a:spcBef>
              <a:spcAft>
                <a:spcPts val="0"/>
              </a:spcAft>
              <a:buSzPts val="1400"/>
              <a:buChar char="●"/>
              <a:defRPr sz="1400"/>
            </a:lvl7pPr>
            <a:lvl8pPr indent="-317500" lvl="7" marL="3657600" rtl="0">
              <a:spcBef>
                <a:spcPts val="1600"/>
              </a:spcBef>
              <a:spcAft>
                <a:spcPts val="0"/>
              </a:spcAft>
              <a:buSzPts val="1400"/>
              <a:buChar char="○"/>
              <a:defRPr sz="1400"/>
            </a:lvl8pPr>
            <a:lvl9pPr indent="-317500" lvl="8" marL="4114800" rtl="0">
              <a:spcBef>
                <a:spcPts val="1600"/>
              </a:spcBef>
              <a:spcAft>
                <a:spcPts val="1600"/>
              </a:spcAft>
              <a:buSzPts val="1400"/>
              <a:buChar char="■"/>
              <a:defRPr sz="1400"/>
            </a:lvl9pPr>
          </a:lstStyle>
          <a:p/>
        </p:txBody>
      </p:sp>
      <p:sp>
        <p:nvSpPr>
          <p:cNvPr id="180" name="Google Shape;180;p21"/>
          <p:cNvSpPr txBox="1"/>
          <p:nvPr>
            <p:ph idx="6" type="subTitle"/>
          </p:nvPr>
        </p:nvSpPr>
        <p:spPr>
          <a:xfrm>
            <a:off x="6363786" y="1134050"/>
            <a:ext cx="2511900" cy="414600"/>
          </a:xfrm>
          <a:prstGeom prst="rect">
            <a:avLst/>
          </a:prstGeom>
        </p:spPr>
        <p:txBody>
          <a:bodyPr anchorCtr="0" anchor="t" bIns="0" lIns="0" spcFirstLastPara="1" rIns="0" wrap="square" tIns="0">
            <a:noAutofit/>
          </a:bodyPr>
          <a:lstStyle>
            <a:lvl1pPr lvl="0" rtl="0">
              <a:spcBef>
                <a:spcPts val="0"/>
              </a:spcBef>
              <a:spcAft>
                <a:spcPts val="0"/>
              </a:spcAft>
              <a:buClr>
                <a:schemeClr val="lt2"/>
              </a:buClr>
              <a:buSzPts val="2400"/>
              <a:buFont typeface="Source Sans Pro"/>
              <a:buNone/>
              <a:defRPr>
                <a:solidFill>
                  <a:schemeClr val="lt2"/>
                </a:solidFill>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81" name="Google Shape;181;p21"/>
          <p:cNvSpPr txBox="1"/>
          <p:nvPr>
            <p:ph idx="7" type="body"/>
          </p:nvPr>
        </p:nvSpPr>
        <p:spPr>
          <a:xfrm>
            <a:off x="6363786" y="1671075"/>
            <a:ext cx="2511900" cy="2265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sz="1400"/>
            </a:lvl2pPr>
            <a:lvl3pPr indent="-317500" lvl="2" marL="1371600" rtl="0">
              <a:lnSpc>
                <a:spcPct val="100000"/>
              </a:lnSpc>
              <a:spcBef>
                <a:spcPts val="1600"/>
              </a:spcBef>
              <a:spcAft>
                <a:spcPts val="0"/>
              </a:spcAft>
              <a:buSzPts val="1400"/>
              <a:buChar char="■"/>
              <a:defRPr sz="1400"/>
            </a:lvl3pPr>
            <a:lvl4pPr indent="-317500" lvl="3" marL="1828800" rtl="0">
              <a:spcBef>
                <a:spcPts val="1600"/>
              </a:spcBef>
              <a:spcAft>
                <a:spcPts val="0"/>
              </a:spcAft>
              <a:buSzPts val="1400"/>
              <a:buChar char="●"/>
              <a:defRPr sz="1400"/>
            </a:lvl4pPr>
            <a:lvl5pPr indent="-317500" lvl="4" marL="2286000" rtl="0">
              <a:spcBef>
                <a:spcPts val="1600"/>
              </a:spcBef>
              <a:spcAft>
                <a:spcPts val="0"/>
              </a:spcAft>
              <a:buSzPts val="1400"/>
              <a:buChar char="○"/>
              <a:defRPr sz="1400"/>
            </a:lvl5pPr>
            <a:lvl6pPr indent="-317500" lvl="5" marL="2743200" rtl="0">
              <a:spcBef>
                <a:spcPts val="1600"/>
              </a:spcBef>
              <a:spcAft>
                <a:spcPts val="0"/>
              </a:spcAft>
              <a:buSzPts val="1400"/>
              <a:buChar char="■"/>
              <a:defRPr sz="1400"/>
            </a:lvl6pPr>
            <a:lvl7pPr indent="-317500" lvl="6" marL="3200400" rtl="0">
              <a:spcBef>
                <a:spcPts val="1600"/>
              </a:spcBef>
              <a:spcAft>
                <a:spcPts val="0"/>
              </a:spcAft>
              <a:buSzPts val="1400"/>
              <a:buChar char="●"/>
              <a:defRPr sz="1400"/>
            </a:lvl7pPr>
            <a:lvl8pPr indent="-317500" lvl="7" marL="3657600" rtl="0">
              <a:spcBef>
                <a:spcPts val="1600"/>
              </a:spcBef>
              <a:spcAft>
                <a:spcPts val="0"/>
              </a:spcAft>
              <a:buSzPts val="1400"/>
              <a:buChar char="○"/>
              <a:defRPr sz="1400"/>
            </a:lvl8pPr>
            <a:lvl9pPr indent="-317500" lvl="8" marL="4114800" rtl="0">
              <a:spcBef>
                <a:spcPts val="1600"/>
              </a:spcBef>
              <a:spcAft>
                <a:spcPts val="1600"/>
              </a:spcAft>
              <a:buSzPts val="1400"/>
              <a:buChar char="■"/>
              <a:defRPr sz="1400"/>
            </a:lvl9pPr>
          </a:lstStyle>
          <a:p/>
        </p:txBody>
      </p:sp>
    </p:spTree>
  </p:cSld>
  <p:clrMapOvr>
    <a:masterClrMapping/>
  </p:clrMapOvr>
  <p:extLst>
    <p:ext uri="{DCECCB84-F9BA-43D5-87BE-67443E8EF086}">
      <p15:sldGuideLst>
        <p15:guide id="1" pos="412">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p:cSld name="MAIN_POINT_2_2">
    <p:bg>
      <p:bgPr>
        <a:solidFill>
          <a:schemeClr val="lt1"/>
        </a:solidFill>
      </p:bgPr>
    </p:bg>
    <p:spTree>
      <p:nvGrpSpPr>
        <p:cNvPr id="182" name="Shape 182"/>
        <p:cNvGrpSpPr/>
        <p:nvPr/>
      </p:nvGrpSpPr>
      <p:grpSpPr>
        <a:xfrm>
          <a:off x="0" y="0"/>
          <a:ext cx="0" cy="0"/>
          <a:chOff x="0" y="0"/>
          <a:chExt cx="0" cy="0"/>
        </a:xfrm>
      </p:grpSpPr>
      <p:sp>
        <p:nvSpPr>
          <p:cNvPr id="183" name="Google Shape;183;p22"/>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4" name="Google Shape;184;p22"/>
          <p:cNvSpPr/>
          <p:nvPr>
            <p:ph idx="2" type="pic"/>
          </p:nvPr>
        </p:nvSpPr>
        <p:spPr>
          <a:xfrm>
            <a:off x="2633150" y="-127000"/>
            <a:ext cx="7450800" cy="53976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p:cSld name="MAIN_POINT_2_2_1_1">
    <p:bg>
      <p:bgPr>
        <a:solidFill>
          <a:srgbClr val="000000"/>
        </a:solidFill>
      </p:bgPr>
    </p:bg>
    <p:spTree>
      <p:nvGrpSpPr>
        <p:cNvPr id="185" name="Shape 185"/>
        <p:cNvGrpSpPr/>
        <p:nvPr/>
      </p:nvGrpSpPr>
      <p:grpSpPr>
        <a:xfrm>
          <a:off x="0" y="0"/>
          <a:ext cx="0" cy="0"/>
          <a:chOff x="0" y="0"/>
          <a:chExt cx="0" cy="0"/>
        </a:xfrm>
      </p:grpSpPr>
      <p:sp>
        <p:nvSpPr>
          <p:cNvPr id="186" name="Google Shape;186;p23"/>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7" name="Google Shape;187;p23"/>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61975" y="0"/>
            <a:ext cx="7623000" cy="8595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lt1"/>
              </a:buClr>
              <a:buSzPts val="3400"/>
              <a:buFont typeface="Source Sans Pro"/>
              <a:buNone/>
              <a:defRPr b="1" i="0" sz="3400" u="none" cap="none" strike="noStrike">
                <a:solidFill>
                  <a:schemeClr val="lt1"/>
                </a:solidFill>
                <a:latin typeface="Source Sans Pro"/>
                <a:ea typeface="Source Sans Pro"/>
                <a:cs typeface="Source Sans Pro"/>
                <a:sym typeface="Source Sans Pro"/>
              </a:defRPr>
            </a:lvl1pPr>
            <a:lvl2pPr lvl="1"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2pPr>
            <a:lvl3pPr lvl="2"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3pPr>
            <a:lvl4pPr lvl="3"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4pPr>
            <a:lvl5pPr lvl="4"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5pPr>
            <a:lvl6pPr lvl="5"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6pPr>
            <a:lvl7pPr lvl="6"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7pPr>
            <a:lvl8pPr lvl="7"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8pPr>
            <a:lvl9pPr lvl="8"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761975" y="1719075"/>
            <a:ext cx="7623000" cy="25785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0"/>
              </a:spcBef>
              <a:spcAft>
                <a:spcPts val="0"/>
              </a:spcAft>
              <a:buClr>
                <a:schemeClr val="lt1"/>
              </a:buClr>
              <a:buSzPts val="2400"/>
              <a:buFont typeface="Source Sans Pro"/>
              <a:buChar char="●"/>
              <a:defRPr b="0" i="0" sz="2400" u="none" cap="none" strike="noStrike">
                <a:solidFill>
                  <a:schemeClr val="lt1"/>
                </a:solidFill>
                <a:latin typeface="Source Sans Pro"/>
                <a:ea typeface="Source Sans Pro"/>
                <a:cs typeface="Source Sans Pro"/>
                <a:sym typeface="Source Sans Pro"/>
              </a:defRPr>
            </a:lvl1pPr>
            <a:lvl2pPr indent="-342900" lvl="1" marL="914400" marR="0" rtl="0" algn="l">
              <a:lnSpc>
                <a:spcPct val="115000"/>
              </a:lnSpc>
              <a:spcBef>
                <a:spcPts val="1600"/>
              </a:spcBef>
              <a:spcAft>
                <a:spcPts val="0"/>
              </a:spcAft>
              <a:buClr>
                <a:schemeClr val="lt1"/>
              </a:buClr>
              <a:buSzPts val="1800"/>
              <a:buFont typeface="Source Sans Pro"/>
              <a:buChar char="○"/>
              <a:defRPr b="0" i="0" sz="1800" u="none" cap="none" strike="noStrike">
                <a:solidFill>
                  <a:schemeClr val="lt1"/>
                </a:solidFill>
                <a:latin typeface="Source Sans Pro"/>
                <a:ea typeface="Source Sans Pro"/>
                <a:cs typeface="Source Sans Pro"/>
                <a:sym typeface="Source Sans Pro"/>
              </a:defRPr>
            </a:lvl2pPr>
            <a:lvl3pPr indent="-330200" lvl="2" marL="1371600" marR="0" rtl="0" algn="l">
              <a:lnSpc>
                <a:spcPct val="115000"/>
              </a:lnSpc>
              <a:spcBef>
                <a:spcPts val="1600"/>
              </a:spcBef>
              <a:spcAft>
                <a:spcPts val="0"/>
              </a:spcAft>
              <a:buClr>
                <a:schemeClr val="lt1"/>
              </a:buClr>
              <a:buSzPts val="1600"/>
              <a:buFont typeface="Source Sans Pro"/>
              <a:buChar char="■"/>
              <a:defRPr b="0" i="0" sz="1600" u="none" cap="none" strike="noStrike">
                <a:solidFill>
                  <a:schemeClr val="lt1"/>
                </a:solidFill>
                <a:latin typeface="Source Sans Pro"/>
                <a:ea typeface="Source Sans Pro"/>
                <a:cs typeface="Source Sans Pro"/>
                <a:sym typeface="Source Sans Pro"/>
              </a:defRPr>
            </a:lvl3pPr>
            <a:lvl4pPr indent="-311150" lvl="3" marL="1828800" marR="0" rtl="0" algn="l">
              <a:lnSpc>
                <a:spcPct val="115000"/>
              </a:lnSpc>
              <a:spcBef>
                <a:spcPts val="1600"/>
              </a:spcBef>
              <a:spcAft>
                <a:spcPts val="0"/>
              </a:spcAft>
              <a:buClr>
                <a:schemeClr val="lt1"/>
              </a:buClr>
              <a:buSzPts val="1300"/>
              <a:buFont typeface="Source Sans Pro"/>
              <a:buChar char="●"/>
              <a:defRPr b="0" i="0" sz="1300" u="none" cap="none" strike="noStrike">
                <a:solidFill>
                  <a:schemeClr val="lt1"/>
                </a:solidFill>
                <a:latin typeface="Source Sans Pro"/>
                <a:ea typeface="Source Sans Pro"/>
                <a:cs typeface="Source Sans Pro"/>
                <a:sym typeface="Source Sans Pro"/>
              </a:defRPr>
            </a:lvl4pPr>
            <a:lvl5pPr indent="-292100" lvl="4" marL="2286000" marR="0" rtl="0" algn="l">
              <a:lnSpc>
                <a:spcPct val="115000"/>
              </a:lnSpc>
              <a:spcBef>
                <a:spcPts val="1600"/>
              </a:spcBef>
              <a:spcAft>
                <a:spcPts val="0"/>
              </a:spcAft>
              <a:buClr>
                <a:schemeClr val="lt1"/>
              </a:buClr>
              <a:buSzPts val="1000"/>
              <a:buFont typeface="Source Sans Pro"/>
              <a:buChar char="○"/>
              <a:defRPr b="0" i="0" sz="1000" u="none" cap="none" strike="noStrike">
                <a:solidFill>
                  <a:schemeClr val="lt1"/>
                </a:solidFill>
                <a:latin typeface="Source Sans Pro"/>
                <a:ea typeface="Source Sans Pro"/>
                <a:cs typeface="Source Sans Pro"/>
                <a:sym typeface="Source Sans Pro"/>
              </a:defRPr>
            </a:lvl5pPr>
            <a:lvl6pPr indent="-279400" lvl="5" marL="2743200" marR="0" rtl="0" algn="l">
              <a:lnSpc>
                <a:spcPct val="115000"/>
              </a:lnSpc>
              <a:spcBef>
                <a:spcPts val="1600"/>
              </a:spcBef>
              <a:spcAft>
                <a:spcPts val="0"/>
              </a:spcAft>
              <a:buClr>
                <a:schemeClr val="lt1"/>
              </a:buClr>
              <a:buSzPts val="800"/>
              <a:buFont typeface="Source Sans Pro"/>
              <a:buChar char="■"/>
              <a:defRPr b="0" i="0" sz="800" u="none" cap="none" strike="noStrike">
                <a:solidFill>
                  <a:schemeClr val="lt1"/>
                </a:solidFill>
                <a:latin typeface="Source Sans Pro"/>
                <a:ea typeface="Source Sans Pro"/>
                <a:cs typeface="Source Sans Pro"/>
                <a:sym typeface="Source Sans Pro"/>
              </a:defRPr>
            </a:lvl6pPr>
            <a:lvl7pPr indent="-279400" lvl="6" marL="3200400" marR="0" rtl="0" algn="l">
              <a:lnSpc>
                <a:spcPct val="115000"/>
              </a:lnSpc>
              <a:spcBef>
                <a:spcPts val="1600"/>
              </a:spcBef>
              <a:spcAft>
                <a:spcPts val="0"/>
              </a:spcAft>
              <a:buClr>
                <a:schemeClr val="lt1"/>
              </a:buClr>
              <a:buSzPts val="800"/>
              <a:buFont typeface="Source Sans Pro"/>
              <a:buChar char="●"/>
              <a:defRPr b="0" i="0" sz="800" u="none" cap="none" strike="noStrike">
                <a:solidFill>
                  <a:schemeClr val="lt1"/>
                </a:solidFill>
                <a:latin typeface="Source Sans Pro"/>
                <a:ea typeface="Source Sans Pro"/>
                <a:cs typeface="Source Sans Pro"/>
                <a:sym typeface="Source Sans Pro"/>
              </a:defRPr>
            </a:lvl7pPr>
            <a:lvl8pPr indent="-279400" lvl="7" marL="3657600" marR="0" rtl="0" algn="l">
              <a:lnSpc>
                <a:spcPct val="115000"/>
              </a:lnSpc>
              <a:spcBef>
                <a:spcPts val="1600"/>
              </a:spcBef>
              <a:spcAft>
                <a:spcPts val="0"/>
              </a:spcAft>
              <a:buClr>
                <a:schemeClr val="lt1"/>
              </a:buClr>
              <a:buSzPts val="800"/>
              <a:buFont typeface="Source Sans Pro"/>
              <a:buChar char="○"/>
              <a:defRPr b="0" i="0" sz="800" u="none" cap="none" strike="noStrike">
                <a:solidFill>
                  <a:schemeClr val="lt1"/>
                </a:solidFill>
                <a:latin typeface="Source Sans Pro"/>
                <a:ea typeface="Source Sans Pro"/>
                <a:cs typeface="Source Sans Pro"/>
                <a:sym typeface="Source Sans Pro"/>
              </a:defRPr>
            </a:lvl8pPr>
            <a:lvl9pPr indent="-279400" lvl="8" marL="4114800" marR="0" rtl="0" algn="l">
              <a:lnSpc>
                <a:spcPct val="115000"/>
              </a:lnSpc>
              <a:spcBef>
                <a:spcPts val="1600"/>
              </a:spcBef>
              <a:spcAft>
                <a:spcPts val="1600"/>
              </a:spcAft>
              <a:buClr>
                <a:schemeClr val="lt1"/>
              </a:buClr>
              <a:buSzPts val="800"/>
              <a:buFont typeface="Source Sans Pro"/>
              <a:buChar char="■"/>
              <a:defRPr b="0" i="0" sz="800" u="none" cap="none" strike="noStrike">
                <a:solidFill>
                  <a:schemeClr val="lt1"/>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solidFill>
                <a:schemeClr val="dk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mc:Choice Requires="p14">
      <p:transition spd="slow" p14:dur="1100">
        <p:push dir="r"/>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os="960">
          <p15:clr>
            <a:srgbClr val="EA4335"/>
          </p15:clr>
        </p15:guide>
        <p15:guide id="3" pos="1920">
          <p15:clr>
            <a:srgbClr val="EA4335"/>
          </p15:clr>
        </p15:guide>
        <p15:guide id="4" pos="3840">
          <p15:clr>
            <a:srgbClr val="EA4335"/>
          </p15:clr>
        </p15:guide>
        <p15:guide id="5" pos="4800">
          <p15:clr>
            <a:srgbClr val="EA4335"/>
          </p15:clr>
        </p15:guide>
        <p15:guide id="6" orient="horz" pos="541">
          <p15:clr>
            <a:srgbClr val="EA4335"/>
          </p15:clr>
        </p15:guide>
        <p15:guide id="7" orient="horz" pos="1083">
          <p15:clr>
            <a:srgbClr val="EA4335"/>
          </p15:clr>
        </p15:guide>
        <p15:guide id="8" orient="horz" pos="1624">
          <p15:clr>
            <a:srgbClr val="EA4335"/>
          </p15:clr>
        </p15:guide>
        <p15:guide id="9" orient="horz" pos="2166">
          <p15:clr>
            <a:srgbClr val="EA4335"/>
          </p15:clr>
        </p15:guide>
        <p15:guide id="10" orient="horz" pos="2707">
          <p15:clr>
            <a:srgbClr val="EA4335"/>
          </p15:clr>
        </p15:guide>
        <p15:guide id="11" pos="480">
          <p15:clr>
            <a:srgbClr val="EA4335"/>
          </p15:clr>
        </p15:guide>
        <p15:guide id="12" pos="1440">
          <p15:clr>
            <a:srgbClr val="EA4335"/>
          </p15:clr>
        </p15:guide>
        <p15:guide id="13" pos="2408">
          <p15:clr>
            <a:srgbClr val="EA4335"/>
          </p15:clr>
        </p15:guide>
        <p15:guide id="14" pos="4320">
          <p15:clr>
            <a:srgbClr val="EA4335"/>
          </p15:clr>
        </p15:guide>
        <p15:guide id="15" pos="3358">
          <p15:clr>
            <a:srgbClr val="EA4335"/>
          </p15:clr>
        </p15:guide>
        <p15:guide id="16" pos="52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jpg"/><Relationship Id="rId4" Type="http://schemas.openxmlformats.org/officeDocument/2006/relationships/image" Target="../media/image29.jpg"/><Relationship Id="rId5"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1.jp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2.jp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7.jpg"/><Relationship Id="rId4" Type="http://schemas.openxmlformats.org/officeDocument/2006/relationships/image" Target="../media/image3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4"/>
          <p:cNvSpPr txBox="1"/>
          <p:nvPr>
            <p:ph type="ctrTitle"/>
          </p:nvPr>
        </p:nvSpPr>
        <p:spPr>
          <a:xfrm>
            <a:off x="413075" y="316570"/>
            <a:ext cx="5682900" cy="22404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5500"/>
              <a:buNone/>
            </a:pPr>
            <a:r>
              <a:rPr lang="en"/>
              <a:t>DARK THEME</a:t>
            </a:r>
            <a:endParaRPr/>
          </a:p>
        </p:txBody>
      </p:sp>
      <p:sp>
        <p:nvSpPr>
          <p:cNvPr id="193" name="Google Shape;193;p24"/>
          <p:cNvSpPr txBox="1"/>
          <p:nvPr>
            <p:ph idx="1" type="subTitle"/>
          </p:nvPr>
        </p:nvSpPr>
        <p:spPr>
          <a:xfrm>
            <a:off x="447725" y="2788245"/>
            <a:ext cx="7233600" cy="99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n"/>
              <a:t>Sub-header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idx="4294967295"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199" name="Google Shape;199;p25"/>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Divider Slide 2</a:t>
            </a:r>
            <a:endParaRPr/>
          </a:p>
        </p:txBody>
      </p:sp>
      <p:sp>
        <p:nvSpPr>
          <p:cNvPr id="200" name="Google Shape;200;p25"/>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Sub-header</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idx="4294967295"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06" name="Google Shape;206;p26"/>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Divider Slide 3</a:t>
            </a:r>
            <a:endParaRPr/>
          </a:p>
        </p:txBody>
      </p:sp>
      <p:sp>
        <p:nvSpPr>
          <p:cNvPr id="207" name="Google Shape;207;p26"/>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Sub-header</a:t>
            </a:r>
            <a:endParaRPr/>
          </a:p>
          <a:p>
            <a:pPr indent="0" lvl="0" marL="0" rtl="0" algn="l">
              <a:lnSpc>
                <a:spcPct val="100000"/>
              </a:lnSpc>
              <a:spcBef>
                <a:spcPts val="0"/>
              </a:spcBef>
              <a:spcAft>
                <a:spcPts val="0"/>
              </a:spcAft>
              <a:buSzPts val="2400"/>
              <a:buNone/>
            </a:pPr>
            <a:r>
              <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ctrTitle"/>
          </p:nvPr>
        </p:nvSpPr>
        <p:spPr>
          <a:xfrm>
            <a:off x="3657600" y="630000"/>
            <a:ext cx="49947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Divider Slide 2</a:t>
            </a:r>
            <a:endParaRPr/>
          </a:p>
        </p:txBody>
      </p:sp>
      <p:sp>
        <p:nvSpPr>
          <p:cNvPr id="213" name="Google Shape;213;p27"/>
          <p:cNvSpPr txBox="1"/>
          <p:nvPr>
            <p:ph idx="1" type="subTitle"/>
          </p:nvPr>
        </p:nvSpPr>
        <p:spPr>
          <a:xfrm>
            <a:off x="3657600" y="2669950"/>
            <a:ext cx="4994700" cy="84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lang="en"/>
              <a:t>Sub-header</a:t>
            </a:r>
            <a:endParaRPr/>
          </a:p>
        </p:txBody>
      </p:sp>
      <p:sp>
        <p:nvSpPr>
          <p:cNvPr id="214" name="Google Shape;214;p27"/>
          <p:cNvSpPr txBox="1"/>
          <p:nvPr>
            <p:ph idx="4294967295"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Header</a:t>
            </a:r>
            <a:endParaRPr/>
          </a:p>
        </p:txBody>
      </p:sp>
      <p:sp>
        <p:nvSpPr>
          <p:cNvPr id="220" name="Google Shape;220;p28"/>
          <p:cNvSpPr txBox="1"/>
          <p:nvPr>
            <p:ph idx="4294967295" type="body"/>
          </p:nvPr>
        </p:nvSpPr>
        <p:spPr>
          <a:xfrm>
            <a:off x="638675" y="1107725"/>
            <a:ext cx="6219300" cy="24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400"/>
              <a:buNone/>
            </a:pPr>
            <a:r>
              <a:rPr lang="en" sz="2200"/>
              <a:t>Lorem ipsum dolor sit amet, mel clita vituperatoribus id, est ea harum oratio. Duo no putent blandit vituperatoribus. Vide modus has no, in mazim everti iisque cum. Accumsan fabellas suavitate ea eam, qui sint dicunt quaestio ex.</a:t>
            </a:r>
            <a:endParaRPr sz="2200"/>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21" name="Google Shape;221;p2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22" name="Google Shape;222;p28"/>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lang="en"/>
              <a:t>Presentation Title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9"/>
          <p:cNvPicPr preferRelativeResize="0"/>
          <p:nvPr>
            <p:ph idx="2" type="pic"/>
          </p:nvPr>
        </p:nvPicPr>
        <p:blipFill rotWithShape="1">
          <a:blip r:embed="rId3">
            <a:alphaModFix/>
          </a:blip>
          <a:srcRect b="0" l="19556" r="19555" t="0"/>
          <a:stretch/>
        </p:blipFill>
        <p:spPr>
          <a:xfrm>
            <a:off x="3436275" y="-101925"/>
            <a:ext cx="5839699" cy="5470500"/>
          </a:xfrm>
          <a:prstGeom prst="rect">
            <a:avLst/>
          </a:prstGeom>
          <a:noFill/>
          <a:ln>
            <a:noFill/>
          </a:ln>
        </p:spPr>
      </p:pic>
      <p:sp>
        <p:nvSpPr>
          <p:cNvPr id="228" name="Google Shape;228;p29"/>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p>
            <a:pPr indent="0" lvl="0" marL="0" rtl="0" algn="l">
              <a:lnSpc>
                <a:spcPct val="75000"/>
              </a:lnSpc>
              <a:spcBef>
                <a:spcPts val="0"/>
              </a:spcBef>
              <a:spcAft>
                <a:spcPts val="0"/>
              </a:spcAft>
              <a:buSzPts val="2000"/>
              <a:buNone/>
            </a:pPr>
            <a:r>
              <a:rPr lang="en" sz="2000"/>
              <a:t>TEXT WITH PHOTO</a:t>
            </a:r>
            <a:endParaRPr sz="2000"/>
          </a:p>
        </p:txBody>
      </p:sp>
      <p:sp>
        <p:nvSpPr>
          <p:cNvPr id="229" name="Google Shape;229;p29"/>
          <p:cNvSpPr txBox="1"/>
          <p:nvPr>
            <p:ph idx="3" type="title"/>
          </p:nvPr>
        </p:nvSpPr>
        <p:spPr>
          <a:xfrm>
            <a:off x="633375" y="1897100"/>
            <a:ext cx="2414700" cy="2223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300"/>
              <a:buNone/>
            </a:pPr>
            <a:r>
              <a:rPr lang="en">
                <a:solidFill>
                  <a:schemeClr val="lt1"/>
                </a:solidFill>
              </a:rPr>
              <a:t>Body copy goes here</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35" name="Google Shape;235;p30"/>
          <p:cNvPicPr preferRelativeResize="0"/>
          <p:nvPr>
            <p:ph idx="2" type="pic"/>
          </p:nvPr>
        </p:nvPicPr>
        <p:blipFill rotWithShape="1">
          <a:blip r:embed="rId3">
            <a:alphaModFix/>
          </a:blip>
          <a:srcRect b="14744" l="0" r="0" t="14744"/>
          <a:stretch/>
        </p:blipFill>
        <p:spPr>
          <a:xfrm>
            <a:off x="3415100" y="2513225"/>
            <a:ext cx="5808901" cy="2730000"/>
          </a:xfrm>
          <a:prstGeom prst="rect">
            <a:avLst/>
          </a:prstGeom>
          <a:noFill/>
          <a:ln cap="flat" cmpd="sng" w="76200">
            <a:solidFill>
              <a:schemeClr val="dk1"/>
            </a:solidFill>
            <a:prstDash val="solid"/>
            <a:round/>
            <a:headEnd len="sm" w="sm" type="none"/>
            <a:tailEnd len="sm" w="sm" type="none"/>
          </a:ln>
        </p:spPr>
      </p:pic>
      <p:pic>
        <p:nvPicPr>
          <p:cNvPr id="236" name="Google Shape;236;p30"/>
          <p:cNvPicPr preferRelativeResize="0"/>
          <p:nvPr>
            <p:ph idx="3" type="pic"/>
          </p:nvPr>
        </p:nvPicPr>
        <p:blipFill rotWithShape="1">
          <a:blip r:embed="rId4">
            <a:alphaModFix/>
          </a:blip>
          <a:srcRect b="0" l="12982" r="1099" t="0"/>
          <a:stretch/>
        </p:blipFill>
        <p:spPr>
          <a:xfrm>
            <a:off x="3415113" y="-123775"/>
            <a:ext cx="3399301" cy="2637003"/>
          </a:xfrm>
          <a:prstGeom prst="rect">
            <a:avLst/>
          </a:prstGeom>
          <a:noFill/>
          <a:ln cap="flat" cmpd="sng" w="76200">
            <a:solidFill>
              <a:schemeClr val="dk1"/>
            </a:solidFill>
            <a:prstDash val="solid"/>
            <a:round/>
            <a:headEnd len="sm" w="sm" type="none"/>
            <a:tailEnd len="sm" w="sm" type="none"/>
          </a:ln>
        </p:spPr>
      </p:pic>
      <p:pic>
        <p:nvPicPr>
          <p:cNvPr id="237" name="Google Shape;237;p30"/>
          <p:cNvPicPr preferRelativeResize="0"/>
          <p:nvPr>
            <p:ph idx="4" type="pic"/>
          </p:nvPr>
        </p:nvPicPr>
        <p:blipFill rotWithShape="1">
          <a:blip r:embed="rId5">
            <a:alphaModFix/>
          </a:blip>
          <a:srcRect b="0" l="29365" r="11937" t="0"/>
          <a:stretch/>
        </p:blipFill>
        <p:spPr>
          <a:xfrm>
            <a:off x="6814426" y="-400050"/>
            <a:ext cx="2565601" cy="2913275"/>
          </a:xfrm>
          <a:prstGeom prst="rect">
            <a:avLst/>
          </a:prstGeom>
          <a:noFill/>
          <a:ln cap="flat" cmpd="sng" w="76200">
            <a:solidFill>
              <a:schemeClr val="dk1"/>
            </a:solidFill>
            <a:prstDash val="solid"/>
            <a:round/>
            <a:headEnd len="sm" w="sm" type="none"/>
            <a:tailEnd len="sm" w="sm" type="none"/>
          </a:ln>
        </p:spPr>
      </p:pic>
      <p:sp>
        <p:nvSpPr>
          <p:cNvPr id="238" name="Google Shape;238;p30"/>
          <p:cNvSpPr txBox="1"/>
          <p:nvPr>
            <p:ph type="title"/>
          </p:nvPr>
        </p:nvSpPr>
        <p:spPr>
          <a:xfrm>
            <a:off x="633375" y="433900"/>
            <a:ext cx="2414700" cy="1056600"/>
          </a:xfrm>
          <a:prstGeom prst="rect">
            <a:avLst/>
          </a:prstGeom>
          <a:noFill/>
          <a:ln>
            <a:noFill/>
          </a:ln>
        </p:spPr>
        <p:txBody>
          <a:bodyPr anchorCtr="0" anchor="b" bIns="0" lIns="0" spcFirstLastPara="1" rIns="0" wrap="square" tIns="0">
            <a:noAutofit/>
          </a:bodyPr>
          <a:lstStyle/>
          <a:p>
            <a:pPr indent="0" lvl="0" marL="0" rtl="0" algn="l">
              <a:lnSpc>
                <a:spcPct val="75000"/>
              </a:lnSpc>
              <a:spcBef>
                <a:spcPts val="0"/>
              </a:spcBef>
              <a:spcAft>
                <a:spcPts val="0"/>
              </a:spcAft>
              <a:buSzPts val="2000"/>
              <a:buNone/>
            </a:pPr>
            <a:r>
              <a:rPr lang="en" sz="2000"/>
              <a:t>TEXT WITH </a:t>
            </a:r>
            <a:br>
              <a:rPr lang="en" sz="2000"/>
            </a:br>
            <a:r>
              <a:rPr lang="en" sz="2000"/>
              <a:t>PHOTOS </a:t>
            </a:r>
            <a:endParaRPr sz="2000"/>
          </a:p>
        </p:txBody>
      </p:sp>
      <p:sp>
        <p:nvSpPr>
          <p:cNvPr id="239" name="Google Shape;239;p30"/>
          <p:cNvSpPr txBox="1"/>
          <p:nvPr>
            <p:ph idx="5" type="title"/>
          </p:nvPr>
        </p:nvSpPr>
        <p:spPr>
          <a:xfrm>
            <a:off x="633375" y="1668500"/>
            <a:ext cx="2281200" cy="222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600"/>
              </a:spcAft>
              <a:buClr>
                <a:schemeClr val="dk1"/>
              </a:buClr>
              <a:buSzPts val="1100"/>
              <a:buFont typeface="Arial"/>
              <a:buNone/>
            </a:pPr>
            <a:r>
              <a:rPr b="0" lang="en">
                <a:solidFill>
                  <a:schemeClr val="lt1"/>
                </a:solidFill>
              </a:rPr>
              <a:t>Lorem ipsum dolor sit amet, mel clita vituperatoribus id, est ea harum oratio. Duo no putent blandit vituperatoribus. Vide modus has no, in mazim everti iisque varum.  </a:t>
            </a:r>
            <a:endParaRPr b="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606225" y="269300"/>
            <a:ext cx="8382000" cy="859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Header</a:t>
            </a:r>
            <a:endParaRPr/>
          </a:p>
        </p:txBody>
      </p:sp>
      <p:sp>
        <p:nvSpPr>
          <p:cNvPr id="245" name="Google Shape;245;p31"/>
          <p:cNvSpPr txBox="1"/>
          <p:nvPr>
            <p:ph idx="1" type="body"/>
          </p:nvPr>
        </p:nvSpPr>
        <p:spPr>
          <a:xfrm>
            <a:off x="638675" y="1089250"/>
            <a:ext cx="3183600" cy="3114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2400"/>
              <a:buFont typeface="Arial"/>
              <a:buNone/>
            </a:pPr>
            <a:r>
              <a:rPr lang="en" sz="1600"/>
              <a:t>Lorem ipsum dolor sit amet, mel clita vituperatoribus id, est ea harum oratio. Duo no putent blandit vituperatoribus. Vide modus has no, in mazim everti iisque cum. Accumsan fabellas suavitate ea eam, qui sint dicunt quaestio ex.</a:t>
            </a:r>
            <a:endParaRPr sz="1600"/>
          </a:p>
        </p:txBody>
      </p:sp>
      <p:sp>
        <p:nvSpPr>
          <p:cNvPr id="246" name="Google Shape;246;p31"/>
          <p:cNvSpPr txBox="1"/>
          <p:nvPr>
            <p:ph idx="2" type="body"/>
          </p:nvPr>
        </p:nvSpPr>
        <p:spPr>
          <a:xfrm>
            <a:off x="4436400" y="1089250"/>
            <a:ext cx="3183600" cy="3114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600"/>
              <a:t>Lorem ipsum dolor sit amet, mel clita vituperatoribus id, est ea harum oratio. Duo no putent blandit vituperatoribus. Vide modus has no, in mazim everti iisque cum. Accumsan fabellas suavitate ea eam, qui sint dicunt quaestio ex.</a:t>
            </a:r>
            <a:endParaRPr sz="1600"/>
          </a:p>
          <a:p>
            <a:pPr indent="0" lvl="0" marL="0" rtl="0" algn="l">
              <a:spcBef>
                <a:spcPts val="0"/>
              </a:spcBef>
              <a:spcAft>
                <a:spcPts val="0"/>
              </a:spcAft>
              <a:buNone/>
            </a:pPr>
            <a:r>
              <a:t/>
            </a:r>
            <a:endParaRPr/>
          </a:p>
        </p:txBody>
      </p:sp>
      <p:sp>
        <p:nvSpPr>
          <p:cNvPr id="247" name="Google Shape;247;p31"/>
          <p:cNvSpPr txBox="1"/>
          <p:nvPr>
            <p:ph idx="12" type="sldNum"/>
          </p:nvPr>
        </p:nvSpPr>
        <p:spPr>
          <a:xfrm>
            <a:off x="7805634" y="44789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a:p>
            <a:pPr indent="0" lvl="0" marL="0" rtl="0" algn="r">
              <a:spcBef>
                <a:spcPts val="0"/>
              </a:spcBef>
              <a:spcAft>
                <a:spcPts val="0"/>
              </a:spcAft>
              <a:buClr>
                <a:srgbClr val="000000"/>
              </a:buClr>
              <a:buSzPts val="1300"/>
              <a:buFont typeface="Arial"/>
              <a:buNone/>
            </a:pPr>
            <a:r>
              <a:t/>
            </a:r>
            <a:endParaRPr sz="1300"/>
          </a:p>
        </p:txBody>
      </p:sp>
      <p:sp>
        <p:nvSpPr>
          <p:cNvPr id="248" name="Google Shape;248;p31"/>
          <p:cNvSpPr txBox="1"/>
          <p:nvPr>
            <p:ph idx="3" type="subTitle"/>
          </p:nvPr>
        </p:nvSpPr>
        <p:spPr>
          <a:xfrm>
            <a:off x="4089400" y="4630425"/>
            <a:ext cx="3530700" cy="193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idx="12" type="sldNum"/>
          </p:nvPr>
        </p:nvSpPr>
        <p:spPr>
          <a:xfrm>
            <a:off x="7805634" y="44789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a:p>
            <a:pPr indent="0" lvl="0" marL="0" rtl="0" algn="r">
              <a:spcBef>
                <a:spcPts val="0"/>
              </a:spcBef>
              <a:spcAft>
                <a:spcPts val="0"/>
              </a:spcAft>
              <a:buClr>
                <a:srgbClr val="000000"/>
              </a:buClr>
              <a:buSzPts val="1300"/>
              <a:buFont typeface="Arial"/>
              <a:buNone/>
            </a:pPr>
            <a:r>
              <a:t/>
            </a:r>
            <a:endParaRPr sz="1300"/>
          </a:p>
        </p:txBody>
      </p:sp>
      <p:sp>
        <p:nvSpPr>
          <p:cNvPr id="254" name="Google Shape;254;p32"/>
          <p:cNvSpPr txBox="1"/>
          <p:nvPr>
            <p:ph idx="1" type="subTitle"/>
          </p:nvPr>
        </p:nvSpPr>
        <p:spPr>
          <a:xfrm>
            <a:off x="4089400" y="4630425"/>
            <a:ext cx="3530700" cy="193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32"/>
          <p:cNvSpPr txBox="1"/>
          <p:nvPr>
            <p:ph type="title"/>
          </p:nvPr>
        </p:nvSpPr>
        <p:spPr>
          <a:xfrm>
            <a:off x="606225" y="269300"/>
            <a:ext cx="8382000" cy="859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Header</a:t>
            </a:r>
            <a:endParaRPr/>
          </a:p>
        </p:txBody>
      </p:sp>
      <p:sp>
        <p:nvSpPr>
          <p:cNvPr id="256" name="Google Shape;256;p32"/>
          <p:cNvSpPr txBox="1"/>
          <p:nvPr>
            <p:ph idx="2" type="subTitle"/>
          </p:nvPr>
        </p:nvSpPr>
        <p:spPr>
          <a:xfrm>
            <a:off x="688825"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Subheader</a:t>
            </a:r>
            <a:endParaRPr/>
          </a:p>
        </p:txBody>
      </p:sp>
      <p:sp>
        <p:nvSpPr>
          <p:cNvPr id="257" name="Google Shape;257;p32"/>
          <p:cNvSpPr txBox="1"/>
          <p:nvPr>
            <p:ph idx="3" type="body"/>
          </p:nvPr>
        </p:nvSpPr>
        <p:spPr>
          <a:xfrm>
            <a:off x="688825" y="1671075"/>
            <a:ext cx="2511900" cy="226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amet, mel clita vituperatoribus id, est ea harum oratio. Duo no putent blandit vituperatoribus. Vide modus has no, in mazim everti iisque cum. Accumsan fabellas suavitate ea eam, qui sint dicunt quaestio ex.</a:t>
            </a:r>
            <a:endParaRPr/>
          </a:p>
        </p:txBody>
      </p:sp>
      <p:sp>
        <p:nvSpPr>
          <p:cNvPr id="258" name="Google Shape;258;p32"/>
          <p:cNvSpPr txBox="1"/>
          <p:nvPr>
            <p:ph idx="4" type="subTitle"/>
          </p:nvPr>
        </p:nvSpPr>
        <p:spPr>
          <a:xfrm>
            <a:off x="3526311"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Subheader</a:t>
            </a:r>
            <a:endParaRPr/>
          </a:p>
        </p:txBody>
      </p:sp>
      <p:sp>
        <p:nvSpPr>
          <p:cNvPr id="259" name="Google Shape;259;p32"/>
          <p:cNvSpPr txBox="1"/>
          <p:nvPr>
            <p:ph idx="5" type="body"/>
          </p:nvPr>
        </p:nvSpPr>
        <p:spPr>
          <a:xfrm>
            <a:off x="3526311" y="1671075"/>
            <a:ext cx="2511900" cy="2265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Lorem ipsum dolor sit amet, mel clita vituperatoribus id, est ea harum oratio. Duo no putent blandit vituperatoribus. Vide modus has no, in mazim everti iisque cum. Accumsan fabellas suavitate ea eam, qui sint dicunt quaestio ex.</a:t>
            </a:r>
            <a:endParaRPr/>
          </a:p>
          <a:p>
            <a:pPr indent="0" lvl="0" marL="0" rtl="0" algn="l">
              <a:spcBef>
                <a:spcPts val="0"/>
              </a:spcBef>
              <a:spcAft>
                <a:spcPts val="0"/>
              </a:spcAft>
              <a:buNone/>
            </a:pPr>
            <a:r>
              <a:t/>
            </a:r>
            <a:endParaRPr/>
          </a:p>
        </p:txBody>
      </p:sp>
      <p:sp>
        <p:nvSpPr>
          <p:cNvPr id="260" name="Google Shape;260;p32"/>
          <p:cNvSpPr txBox="1"/>
          <p:nvPr>
            <p:ph idx="6" type="subTitle"/>
          </p:nvPr>
        </p:nvSpPr>
        <p:spPr>
          <a:xfrm>
            <a:off x="6363786"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Subheader</a:t>
            </a:r>
            <a:endParaRPr/>
          </a:p>
        </p:txBody>
      </p:sp>
      <p:sp>
        <p:nvSpPr>
          <p:cNvPr id="261" name="Google Shape;261;p32"/>
          <p:cNvSpPr txBox="1"/>
          <p:nvPr>
            <p:ph idx="7" type="body"/>
          </p:nvPr>
        </p:nvSpPr>
        <p:spPr>
          <a:xfrm>
            <a:off x="6363786" y="1671075"/>
            <a:ext cx="2511900" cy="2265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Lorem ipsum dolor sit amet, mel clita vituperatoribus id, est ea harum oratio. Duo no putent blandit vituperatoribus. Vide modus has no, in mazim everti iisque cum. Accumsan fabellas suavitate ea eam, qui sint dicunt quaestio ex.</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67" name="Google Shape;267;p33"/>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t/>
            </a:r>
            <a:endParaRPr/>
          </a:p>
        </p:txBody>
      </p:sp>
      <p:sp>
        <p:nvSpPr>
          <p:cNvPr id="268" name="Google Shape;268;p33"/>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269" name="Google Shape;269;p33"/>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sp>
      <p:sp>
        <p:nvSpPr>
          <p:cNvPr id="270" name="Google Shape;270;p33"/>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sp>
        <p:nvSpPr>
          <p:cNvPr id="271" name="Google Shape;271;p33"/>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a:t>Header</a:t>
            </a:r>
            <a:endParaRPr/>
          </a:p>
        </p:txBody>
      </p:sp>
      <p:sp>
        <p:nvSpPr>
          <p:cNvPr id="272" name="Google Shape;272;p33"/>
          <p:cNvSpPr txBox="1"/>
          <p:nvPr>
            <p:ph idx="4294967295" type="subTitle"/>
          </p:nvPr>
        </p:nvSpPr>
        <p:spPr>
          <a:xfrm>
            <a:off x="1746200" y="2630350"/>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latin typeface="Source Sans Pro"/>
                <a:ea typeface="Source Sans Pro"/>
                <a:cs typeface="Source Sans Pro"/>
                <a:sym typeface="Source Sans Pro"/>
              </a:rPr>
              <a:t>Number Description</a:t>
            </a:r>
            <a:endParaRPr sz="1400">
              <a:latin typeface="Source Sans Pro"/>
              <a:ea typeface="Source Sans Pro"/>
              <a:cs typeface="Source Sans Pro"/>
              <a:sym typeface="Source Sans Pro"/>
            </a:endParaRPr>
          </a:p>
        </p:txBody>
      </p:sp>
      <p:sp>
        <p:nvSpPr>
          <p:cNvPr id="273" name="Google Shape;273;p33"/>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sp>
      <p:sp>
        <p:nvSpPr>
          <p:cNvPr id="274" name="Google Shape;274;p33"/>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275" name="Google Shape;275;p33"/>
          <p:cNvSpPr txBox="1"/>
          <p:nvPr>
            <p:ph idx="4294967295" type="title"/>
          </p:nvPr>
        </p:nvSpPr>
        <p:spPr>
          <a:xfrm>
            <a:off x="1746201" y="1121300"/>
            <a:ext cx="3254400" cy="153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13000">
                <a:latin typeface="Source Sans Pro"/>
                <a:ea typeface="Source Sans Pro"/>
                <a:cs typeface="Source Sans Pro"/>
                <a:sym typeface="Source Sans Pro"/>
              </a:rPr>
              <a:t>01</a:t>
            </a:r>
            <a:endParaRPr b="0" sz="13000">
              <a:latin typeface="Source Sans Pro"/>
              <a:ea typeface="Source Sans Pro"/>
              <a:cs typeface="Source Sans Pro"/>
              <a:sym typeface="Source Sans Pro"/>
            </a:endParaRPr>
          </a:p>
        </p:txBody>
      </p:sp>
      <p:sp>
        <p:nvSpPr>
          <p:cNvPr id="276" name="Google Shape;276;p33"/>
          <p:cNvSpPr txBox="1"/>
          <p:nvPr>
            <p:ph idx="4294967295" type="subTitle"/>
          </p:nvPr>
        </p:nvSpPr>
        <p:spPr>
          <a:xfrm>
            <a:off x="5732775" y="2630350"/>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00">
                <a:latin typeface="Source Sans Pro"/>
                <a:ea typeface="Source Sans Pro"/>
                <a:cs typeface="Source Sans Pro"/>
                <a:sym typeface="Source Sans Pro"/>
              </a:rPr>
              <a:t>Number Description</a:t>
            </a:r>
            <a:endParaRPr sz="1400">
              <a:latin typeface="Source Sans Pro"/>
              <a:ea typeface="Source Sans Pro"/>
              <a:cs typeface="Source Sans Pro"/>
              <a:sym typeface="Source Sans Pro"/>
            </a:endParaRPr>
          </a:p>
        </p:txBody>
      </p:sp>
      <p:sp>
        <p:nvSpPr>
          <p:cNvPr id="277" name="Google Shape;277;p33"/>
          <p:cNvSpPr txBox="1"/>
          <p:nvPr>
            <p:ph idx="4294967295" type="title"/>
          </p:nvPr>
        </p:nvSpPr>
        <p:spPr>
          <a:xfrm>
            <a:off x="5732776" y="1121300"/>
            <a:ext cx="3254400" cy="153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13000">
                <a:latin typeface="Source Sans Pro"/>
                <a:ea typeface="Source Sans Pro"/>
                <a:cs typeface="Source Sans Pro"/>
                <a:sym typeface="Source Sans Pro"/>
              </a:rPr>
              <a:t>02</a:t>
            </a:r>
            <a:endParaRPr b="0" sz="13000">
              <a:latin typeface="Source Sans Pro"/>
              <a:ea typeface="Source Sans Pro"/>
              <a:cs typeface="Source Sans Pro"/>
              <a:sym typeface="Source Sans Pro"/>
            </a:endParaRPr>
          </a:p>
        </p:txBody>
      </p:sp>
      <p:sp>
        <p:nvSpPr>
          <p:cNvPr id="278" name="Google Shape;278;p33"/>
          <p:cNvSpPr txBox="1"/>
          <p:nvPr>
            <p:ph idx="4294967295" type="subTitle"/>
          </p:nvPr>
        </p:nvSpPr>
        <p:spPr>
          <a:xfrm>
            <a:off x="1173561" y="3971981"/>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00">
                <a:latin typeface="Source Sans Pro"/>
                <a:ea typeface="Source Sans Pro"/>
                <a:cs typeface="Source Sans Pro"/>
                <a:sym typeface="Source Sans Pro"/>
              </a:rPr>
              <a:t>Number Description</a:t>
            </a:r>
            <a:endParaRPr sz="1400">
              <a:latin typeface="Source Sans Pro"/>
              <a:ea typeface="Source Sans Pro"/>
              <a:cs typeface="Source Sans Pro"/>
              <a:sym typeface="Source Sans Pro"/>
            </a:endParaRPr>
          </a:p>
        </p:txBody>
      </p:sp>
      <p:sp>
        <p:nvSpPr>
          <p:cNvPr id="279" name="Google Shape;279;p33"/>
          <p:cNvSpPr txBox="1"/>
          <p:nvPr>
            <p:ph idx="4294967295" type="title"/>
          </p:nvPr>
        </p:nvSpPr>
        <p:spPr>
          <a:xfrm>
            <a:off x="1165869"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03</a:t>
            </a:r>
            <a:endParaRPr b="0" sz="7200">
              <a:latin typeface="Source Sans Pro"/>
              <a:ea typeface="Source Sans Pro"/>
              <a:cs typeface="Source Sans Pro"/>
              <a:sym typeface="Source Sans Pro"/>
            </a:endParaRPr>
          </a:p>
        </p:txBody>
      </p:sp>
      <p:sp>
        <p:nvSpPr>
          <p:cNvPr id="280" name="Google Shape;280;p33"/>
          <p:cNvSpPr txBox="1"/>
          <p:nvPr>
            <p:ph idx="4294967295" type="subTitle"/>
          </p:nvPr>
        </p:nvSpPr>
        <p:spPr>
          <a:xfrm>
            <a:off x="4069736" y="3971981"/>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00">
                <a:latin typeface="Source Sans Pro"/>
                <a:ea typeface="Source Sans Pro"/>
                <a:cs typeface="Source Sans Pro"/>
                <a:sym typeface="Source Sans Pro"/>
              </a:rPr>
              <a:t>Number Description</a:t>
            </a:r>
            <a:endParaRPr sz="1400">
              <a:latin typeface="Source Sans Pro"/>
              <a:ea typeface="Source Sans Pro"/>
              <a:cs typeface="Source Sans Pro"/>
              <a:sym typeface="Source Sans Pro"/>
            </a:endParaRPr>
          </a:p>
        </p:txBody>
      </p:sp>
      <p:sp>
        <p:nvSpPr>
          <p:cNvPr id="281" name="Google Shape;281;p33"/>
          <p:cNvSpPr txBox="1"/>
          <p:nvPr>
            <p:ph idx="4294967295" type="title"/>
          </p:nvPr>
        </p:nvSpPr>
        <p:spPr>
          <a:xfrm>
            <a:off x="4062044"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04</a:t>
            </a:r>
            <a:endParaRPr b="0" sz="7200">
              <a:latin typeface="Source Sans Pro"/>
              <a:ea typeface="Source Sans Pro"/>
              <a:cs typeface="Source Sans Pro"/>
              <a:sym typeface="Source Sans Pro"/>
            </a:endParaRPr>
          </a:p>
        </p:txBody>
      </p:sp>
      <p:sp>
        <p:nvSpPr>
          <p:cNvPr id="282" name="Google Shape;282;p33"/>
          <p:cNvSpPr txBox="1"/>
          <p:nvPr>
            <p:ph idx="4294967295" type="subTitle"/>
          </p:nvPr>
        </p:nvSpPr>
        <p:spPr>
          <a:xfrm>
            <a:off x="6925411" y="3971981"/>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00">
                <a:latin typeface="Source Sans Pro"/>
                <a:ea typeface="Source Sans Pro"/>
                <a:cs typeface="Source Sans Pro"/>
                <a:sym typeface="Source Sans Pro"/>
              </a:rPr>
              <a:t>Number Description</a:t>
            </a:r>
            <a:endParaRPr sz="1400">
              <a:latin typeface="Source Sans Pro"/>
              <a:ea typeface="Source Sans Pro"/>
              <a:cs typeface="Source Sans Pro"/>
              <a:sym typeface="Source Sans Pro"/>
            </a:endParaRPr>
          </a:p>
        </p:txBody>
      </p:sp>
      <p:sp>
        <p:nvSpPr>
          <p:cNvPr id="283" name="Google Shape;283;p33"/>
          <p:cNvSpPr txBox="1"/>
          <p:nvPr>
            <p:ph idx="4294967295" type="title"/>
          </p:nvPr>
        </p:nvSpPr>
        <p:spPr>
          <a:xfrm>
            <a:off x="6917719"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05</a:t>
            </a:r>
            <a:endParaRPr b="0" sz="7200">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89" name="Google Shape;289;p34"/>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t/>
            </a:r>
            <a:endParaRPr/>
          </a:p>
        </p:txBody>
      </p:sp>
      <p:sp>
        <p:nvSpPr>
          <p:cNvPr id="290" name="Google Shape;290;p34"/>
          <p:cNvSpPr/>
          <p:nvPr/>
        </p:nvSpPr>
        <p:spPr>
          <a:xfrm>
            <a:off x="-1796500" y="-1035426"/>
            <a:ext cx="3940412" cy="4188043"/>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cxnSp>
        <p:nvCxnSpPr>
          <p:cNvPr id="291" name="Google Shape;291;p34"/>
          <p:cNvCxnSpPr/>
          <p:nvPr/>
        </p:nvCxnSpPr>
        <p:spPr>
          <a:xfrm>
            <a:off x="8427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292" name="Google Shape;292;p34"/>
          <p:cNvCxnSpPr/>
          <p:nvPr/>
        </p:nvCxnSpPr>
        <p:spPr>
          <a:xfrm>
            <a:off x="34806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293" name="Google Shape;293;p34"/>
          <p:cNvCxnSpPr/>
          <p:nvPr/>
        </p:nvCxnSpPr>
        <p:spPr>
          <a:xfrm>
            <a:off x="60960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294" name="Google Shape;294;p34"/>
          <p:cNvCxnSpPr/>
          <p:nvPr/>
        </p:nvCxnSpPr>
        <p:spPr>
          <a:xfrm rot="10800000">
            <a:off x="21381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295" name="Google Shape;295;p34"/>
          <p:cNvCxnSpPr/>
          <p:nvPr/>
        </p:nvCxnSpPr>
        <p:spPr>
          <a:xfrm rot="10800000">
            <a:off x="47760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296" name="Google Shape;296;p34"/>
          <p:cNvCxnSpPr/>
          <p:nvPr/>
        </p:nvCxnSpPr>
        <p:spPr>
          <a:xfrm rot="10800000">
            <a:off x="7391400" y="2297251"/>
            <a:ext cx="0" cy="255300"/>
          </a:xfrm>
          <a:prstGeom prst="straightConnector1">
            <a:avLst/>
          </a:prstGeom>
          <a:noFill/>
          <a:ln cap="flat" cmpd="sng" w="9525">
            <a:solidFill>
              <a:srgbClr val="B7B7B7"/>
            </a:solidFill>
            <a:prstDash val="solid"/>
            <a:round/>
            <a:headEnd len="med" w="med" type="none"/>
            <a:tailEnd len="med" w="med" type="oval"/>
          </a:ln>
        </p:spPr>
      </p:cxnSp>
      <p:sp>
        <p:nvSpPr>
          <p:cNvPr id="297" name="Google Shape;297;p34"/>
          <p:cNvSpPr/>
          <p:nvPr/>
        </p:nvSpPr>
        <p:spPr>
          <a:xfrm>
            <a:off x="633375" y="2467925"/>
            <a:ext cx="1349100" cy="384900"/>
          </a:xfrm>
          <a:prstGeom prst="rect">
            <a:avLst/>
          </a:prstGeom>
          <a:solidFill>
            <a:srgbClr val="6363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298" name="Google Shape;298;p34"/>
          <p:cNvSpPr/>
          <p:nvPr/>
        </p:nvSpPr>
        <p:spPr>
          <a:xfrm>
            <a:off x="1951889" y="2467925"/>
            <a:ext cx="1349100" cy="3849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299" name="Google Shape;299;p34"/>
          <p:cNvSpPr/>
          <p:nvPr/>
        </p:nvSpPr>
        <p:spPr>
          <a:xfrm>
            <a:off x="3270403" y="2467925"/>
            <a:ext cx="1349100" cy="384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300" name="Google Shape;300;p34"/>
          <p:cNvSpPr/>
          <p:nvPr/>
        </p:nvSpPr>
        <p:spPr>
          <a:xfrm>
            <a:off x="4588917" y="2467925"/>
            <a:ext cx="1349100" cy="384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301" name="Google Shape;301;p34"/>
          <p:cNvSpPr/>
          <p:nvPr/>
        </p:nvSpPr>
        <p:spPr>
          <a:xfrm>
            <a:off x="5907431" y="2467925"/>
            <a:ext cx="1349100" cy="3849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302" name="Google Shape;302;p34"/>
          <p:cNvSpPr/>
          <p:nvPr/>
        </p:nvSpPr>
        <p:spPr>
          <a:xfrm>
            <a:off x="7225945" y="2467925"/>
            <a:ext cx="1349100" cy="384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303" name="Google Shape;303;p34"/>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a:t>Header</a:t>
            </a:r>
            <a:endParaRPr/>
          </a:p>
        </p:txBody>
      </p:sp>
      <p:sp>
        <p:nvSpPr>
          <p:cNvPr id="304" name="Google Shape;304;p34"/>
          <p:cNvSpPr txBox="1"/>
          <p:nvPr>
            <p:ph idx="4294967295" type="subTitle"/>
          </p:nvPr>
        </p:nvSpPr>
        <p:spPr>
          <a:xfrm>
            <a:off x="2097879" y="1105425"/>
            <a:ext cx="1087800" cy="10503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
        <p:nvSpPr>
          <p:cNvPr id="305" name="Google Shape;305;p34"/>
          <p:cNvSpPr txBox="1"/>
          <p:nvPr>
            <p:ph idx="4294967295" type="subTitle"/>
          </p:nvPr>
        </p:nvSpPr>
        <p:spPr>
          <a:xfrm>
            <a:off x="4724701" y="1105425"/>
            <a:ext cx="1087800" cy="10503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
        <p:nvSpPr>
          <p:cNvPr id="306" name="Google Shape;306;p34"/>
          <p:cNvSpPr txBox="1"/>
          <p:nvPr>
            <p:ph idx="4294967295" type="subTitle"/>
          </p:nvPr>
        </p:nvSpPr>
        <p:spPr>
          <a:xfrm>
            <a:off x="7351526" y="1105425"/>
            <a:ext cx="1087800" cy="10503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
        <p:nvSpPr>
          <p:cNvPr id="307" name="Google Shape;307;p34"/>
          <p:cNvSpPr txBox="1"/>
          <p:nvPr>
            <p:ph idx="4294967295" type="subTitle"/>
          </p:nvPr>
        </p:nvSpPr>
        <p:spPr>
          <a:xfrm>
            <a:off x="805717" y="3117122"/>
            <a:ext cx="1087800" cy="1050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
        <p:nvSpPr>
          <p:cNvPr id="308" name="Google Shape;308;p34"/>
          <p:cNvSpPr txBox="1"/>
          <p:nvPr>
            <p:ph idx="4294967295" type="subTitle"/>
          </p:nvPr>
        </p:nvSpPr>
        <p:spPr>
          <a:xfrm>
            <a:off x="3432539" y="3117122"/>
            <a:ext cx="1087800" cy="1050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
        <p:nvSpPr>
          <p:cNvPr id="309" name="Google Shape;309;p34"/>
          <p:cNvSpPr txBox="1"/>
          <p:nvPr>
            <p:ph idx="4294967295" type="subTitle"/>
          </p:nvPr>
        </p:nvSpPr>
        <p:spPr>
          <a:xfrm>
            <a:off x="6059364" y="3117122"/>
            <a:ext cx="1087800" cy="1050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000"/>
              <a:t>Lorem ipsum dolor sit amet, mel clita vituperatoribus id, est ea harum oratio. Duo no putent blandit vituperator.</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4076400" y="1045675"/>
            <a:ext cx="4648500" cy="4956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5100"/>
              <a:buNone/>
            </a:pPr>
            <a:r>
              <a:rPr lang="en" sz="3600"/>
              <a:t>Header</a:t>
            </a:r>
            <a:endParaRPr sz="3600"/>
          </a:p>
        </p:txBody>
      </p:sp>
      <p:pic>
        <p:nvPicPr>
          <p:cNvPr id="315" name="Google Shape;315;p35"/>
          <p:cNvPicPr preferRelativeResize="0"/>
          <p:nvPr>
            <p:ph idx="2" type="pic"/>
          </p:nvPr>
        </p:nvPicPr>
        <p:blipFill rotWithShape="1">
          <a:blip r:embed="rId3">
            <a:alphaModFix/>
          </a:blip>
          <a:srcRect b="0" l="19878" r="25069" t="0"/>
          <a:stretch/>
        </p:blipFill>
        <p:spPr>
          <a:xfrm>
            <a:off x="-1200325" y="0"/>
            <a:ext cx="4248300" cy="5143501"/>
          </a:xfrm>
          <a:prstGeom prst="rect">
            <a:avLst/>
          </a:prstGeom>
          <a:noFill/>
          <a:ln>
            <a:noFill/>
          </a:ln>
          <a:effectLst>
            <a:outerShdw blurRad="114300" rotWithShape="0" algn="bl" dir="5400000" dist="19050">
              <a:srgbClr val="000000">
                <a:alpha val="12941"/>
              </a:srgbClr>
            </a:outerShdw>
          </a:effectLst>
        </p:spPr>
      </p:pic>
      <p:sp>
        <p:nvSpPr>
          <p:cNvPr id="316" name="Google Shape;316;p35"/>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317" name="Google Shape;317;p35"/>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633375" y="495300"/>
            <a:ext cx="2414700" cy="5613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000"/>
              <a:buNone/>
            </a:pPr>
            <a:r>
              <a:rPr lang="en"/>
              <a:t>Graphic Elements</a:t>
            </a:r>
            <a:endParaRPr/>
          </a:p>
        </p:txBody>
      </p:sp>
      <p:sp>
        <p:nvSpPr>
          <p:cNvPr id="323" name="Google Shape;323;p36"/>
          <p:cNvSpPr txBox="1"/>
          <p:nvPr/>
        </p:nvSpPr>
        <p:spPr>
          <a:xfrm>
            <a:off x="576750" y="1046525"/>
            <a:ext cx="5293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Source Sans Pro"/>
                <a:ea typeface="Source Sans Pro"/>
                <a:cs typeface="Source Sans Pro"/>
                <a:sym typeface="Source Sans Pro"/>
              </a:rPr>
              <a:t>Copy and paste these graphic elements to use in your presentation to reinforce branding.</a:t>
            </a:r>
            <a:endParaRPr b="0" i="0" sz="1400" u="none" cap="none" strike="noStrike">
              <a:solidFill>
                <a:schemeClr val="lt1"/>
              </a:solidFill>
              <a:latin typeface="Source Sans Pro"/>
              <a:ea typeface="Source Sans Pro"/>
              <a:cs typeface="Source Sans Pro"/>
              <a:sym typeface="Source Sans Pro"/>
            </a:endParaRPr>
          </a:p>
        </p:txBody>
      </p:sp>
      <p:sp>
        <p:nvSpPr>
          <p:cNvPr id="324" name="Google Shape;324;p36"/>
          <p:cNvSpPr/>
          <p:nvPr/>
        </p:nvSpPr>
        <p:spPr>
          <a:xfrm>
            <a:off x="608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1</a:t>
            </a:r>
            <a:endParaRPr b="1" i="0" sz="1700" u="none" cap="none" strike="noStrike">
              <a:solidFill>
                <a:schemeClr val="dk1"/>
              </a:solidFill>
              <a:latin typeface="Source Sans Pro"/>
              <a:ea typeface="Source Sans Pro"/>
              <a:cs typeface="Source Sans Pro"/>
              <a:sym typeface="Source Sans Pro"/>
            </a:endParaRPr>
          </a:p>
        </p:txBody>
      </p:sp>
      <p:sp>
        <p:nvSpPr>
          <p:cNvPr id="325" name="Google Shape;325;p36"/>
          <p:cNvSpPr/>
          <p:nvPr/>
        </p:nvSpPr>
        <p:spPr>
          <a:xfrm>
            <a:off x="1059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2</a:t>
            </a:r>
            <a:endParaRPr b="1" i="0" sz="1700" u="none" cap="none" strike="noStrike">
              <a:solidFill>
                <a:schemeClr val="dk1"/>
              </a:solidFill>
              <a:latin typeface="Source Sans Pro"/>
              <a:ea typeface="Source Sans Pro"/>
              <a:cs typeface="Source Sans Pro"/>
              <a:sym typeface="Source Sans Pro"/>
            </a:endParaRPr>
          </a:p>
        </p:txBody>
      </p:sp>
      <p:sp>
        <p:nvSpPr>
          <p:cNvPr id="326" name="Google Shape;326;p36"/>
          <p:cNvSpPr/>
          <p:nvPr/>
        </p:nvSpPr>
        <p:spPr>
          <a:xfrm>
            <a:off x="1509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3</a:t>
            </a:r>
            <a:endParaRPr b="1" i="0" sz="1700" u="none" cap="none" strike="noStrike">
              <a:solidFill>
                <a:schemeClr val="dk1"/>
              </a:solidFill>
              <a:latin typeface="Source Sans Pro"/>
              <a:ea typeface="Source Sans Pro"/>
              <a:cs typeface="Source Sans Pro"/>
              <a:sym typeface="Source Sans Pro"/>
            </a:endParaRPr>
          </a:p>
        </p:txBody>
      </p:sp>
      <p:sp>
        <p:nvSpPr>
          <p:cNvPr id="327" name="Google Shape;327;p36"/>
          <p:cNvSpPr/>
          <p:nvPr/>
        </p:nvSpPr>
        <p:spPr>
          <a:xfrm>
            <a:off x="1960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4</a:t>
            </a:r>
            <a:endParaRPr b="1" i="0" sz="1700" u="none" cap="none" strike="noStrike">
              <a:solidFill>
                <a:schemeClr val="dk1"/>
              </a:solidFill>
              <a:latin typeface="Source Sans Pro"/>
              <a:ea typeface="Source Sans Pro"/>
              <a:cs typeface="Source Sans Pro"/>
              <a:sym typeface="Source Sans Pro"/>
            </a:endParaRPr>
          </a:p>
        </p:txBody>
      </p:sp>
      <p:sp>
        <p:nvSpPr>
          <p:cNvPr id="328" name="Google Shape;328;p36"/>
          <p:cNvSpPr/>
          <p:nvPr/>
        </p:nvSpPr>
        <p:spPr>
          <a:xfrm>
            <a:off x="2410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5</a:t>
            </a:r>
            <a:endParaRPr b="1" i="0" sz="1700" u="none" cap="none" strike="noStrike">
              <a:solidFill>
                <a:schemeClr val="dk1"/>
              </a:solidFill>
              <a:latin typeface="Source Sans Pro"/>
              <a:ea typeface="Source Sans Pro"/>
              <a:cs typeface="Source Sans Pro"/>
              <a:sym typeface="Source Sans Pro"/>
            </a:endParaRPr>
          </a:p>
        </p:txBody>
      </p:sp>
      <p:sp>
        <p:nvSpPr>
          <p:cNvPr id="329" name="Google Shape;329;p36"/>
          <p:cNvSpPr/>
          <p:nvPr/>
        </p:nvSpPr>
        <p:spPr>
          <a:xfrm>
            <a:off x="2861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6</a:t>
            </a:r>
            <a:endParaRPr b="1" i="0" sz="1700" u="none" cap="none" strike="noStrike">
              <a:solidFill>
                <a:schemeClr val="dk1"/>
              </a:solidFill>
              <a:latin typeface="Source Sans Pro"/>
              <a:ea typeface="Source Sans Pro"/>
              <a:cs typeface="Source Sans Pro"/>
              <a:sym typeface="Source Sans Pro"/>
            </a:endParaRPr>
          </a:p>
        </p:txBody>
      </p:sp>
      <p:sp>
        <p:nvSpPr>
          <p:cNvPr id="330" name="Google Shape;330;p36"/>
          <p:cNvSpPr/>
          <p:nvPr/>
        </p:nvSpPr>
        <p:spPr>
          <a:xfrm>
            <a:off x="3311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7</a:t>
            </a:r>
            <a:endParaRPr b="1" i="0" sz="1700" u="none" cap="none" strike="noStrike">
              <a:solidFill>
                <a:schemeClr val="dk1"/>
              </a:solidFill>
              <a:latin typeface="Source Sans Pro"/>
              <a:ea typeface="Source Sans Pro"/>
              <a:cs typeface="Source Sans Pro"/>
              <a:sym typeface="Source Sans Pro"/>
            </a:endParaRPr>
          </a:p>
        </p:txBody>
      </p:sp>
      <p:sp>
        <p:nvSpPr>
          <p:cNvPr id="331" name="Google Shape;331;p36"/>
          <p:cNvSpPr/>
          <p:nvPr/>
        </p:nvSpPr>
        <p:spPr>
          <a:xfrm>
            <a:off x="3762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8</a:t>
            </a:r>
            <a:endParaRPr b="1" i="0" sz="1700" u="none" cap="none" strike="noStrike">
              <a:solidFill>
                <a:schemeClr val="dk1"/>
              </a:solidFill>
              <a:latin typeface="Source Sans Pro"/>
              <a:ea typeface="Source Sans Pro"/>
              <a:cs typeface="Source Sans Pro"/>
              <a:sym typeface="Source Sans Pro"/>
            </a:endParaRPr>
          </a:p>
        </p:txBody>
      </p:sp>
      <p:sp>
        <p:nvSpPr>
          <p:cNvPr id="332" name="Google Shape;332;p36"/>
          <p:cNvSpPr/>
          <p:nvPr/>
        </p:nvSpPr>
        <p:spPr>
          <a:xfrm>
            <a:off x="4212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9</a:t>
            </a:r>
            <a:endParaRPr b="1" i="0" sz="1700" u="none" cap="none" strike="noStrike">
              <a:solidFill>
                <a:schemeClr val="dk1"/>
              </a:solidFill>
              <a:latin typeface="Source Sans Pro"/>
              <a:ea typeface="Source Sans Pro"/>
              <a:cs typeface="Source Sans Pro"/>
              <a:sym typeface="Source Sans Pro"/>
            </a:endParaRPr>
          </a:p>
        </p:txBody>
      </p:sp>
      <p:sp>
        <p:nvSpPr>
          <p:cNvPr id="333" name="Google Shape;333;p36"/>
          <p:cNvSpPr/>
          <p:nvPr/>
        </p:nvSpPr>
        <p:spPr>
          <a:xfrm>
            <a:off x="4663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0</a:t>
            </a:r>
            <a:endParaRPr b="1" i="0" sz="1700" u="none" cap="none" strike="noStrike">
              <a:solidFill>
                <a:schemeClr val="dk1"/>
              </a:solidFill>
              <a:latin typeface="Source Sans Pro"/>
              <a:ea typeface="Source Sans Pro"/>
              <a:cs typeface="Source Sans Pro"/>
              <a:sym typeface="Source Sans Pro"/>
            </a:endParaRPr>
          </a:p>
        </p:txBody>
      </p:sp>
      <p:sp>
        <p:nvSpPr>
          <p:cNvPr id="334" name="Google Shape;334;p36"/>
          <p:cNvSpPr/>
          <p:nvPr/>
        </p:nvSpPr>
        <p:spPr>
          <a:xfrm>
            <a:off x="608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1</a:t>
            </a:r>
            <a:endParaRPr b="1" i="0" sz="1700" u="none" cap="none" strike="noStrike">
              <a:solidFill>
                <a:schemeClr val="accent4"/>
              </a:solidFill>
              <a:latin typeface="Source Sans Pro"/>
              <a:ea typeface="Source Sans Pro"/>
              <a:cs typeface="Source Sans Pro"/>
              <a:sym typeface="Source Sans Pro"/>
            </a:endParaRPr>
          </a:p>
        </p:txBody>
      </p:sp>
      <p:sp>
        <p:nvSpPr>
          <p:cNvPr id="335" name="Google Shape;335;p36"/>
          <p:cNvSpPr/>
          <p:nvPr/>
        </p:nvSpPr>
        <p:spPr>
          <a:xfrm>
            <a:off x="1059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2</a:t>
            </a:r>
            <a:endParaRPr b="1" i="0" sz="1700" u="none" cap="none" strike="noStrike">
              <a:solidFill>
                <a:schemeClr val="accent4"/>
              </a:solidFill>
              <a:latin typeface="Source Sans Pro"/>
              <a:ea typeface="Source Sans Pro"/>
              <a:cs typeface="Source Sans Pro"/>
              <a:sym typeface="Source Sans Pro"/>
            </a:endParaRPr>
          </a:p>
        </p:txBody>
      </p:sp>
      <p:sp>
        <p:nvSpPr>
          <p:cNvPr id="336" name="Google Shape;336;p36"/>
          <p:cNvSpPr/>
          <p:nvPr/>
        </p:nvSpPr>
        <p:spPr>
          <a:xfrm>
            <a:off x="1509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3</a:t>
            </a:r>
            <a:endParaRPr b="1" i="0" sz="1700" u="none" cap="none" strike="noStrike">
              <a:solidFill>
                <a:schemeClr val="accent4"/>
              </a:solidFill>
              <a:latin typeface="Source Sans Pro"/>
              <a:ea typeface="Source Sans Pro"/>
              <a:cs typeface="Source Sans Pro"/>
              <a:sym typeface="Source Sans Pro"/>
            </a:endParaRPr>
          </a:p>
        </p:txBody>
      </p:sp>
      <p:sp>
        <p:nvSpPr>
          <p:cNvPr id="337" name="Google Shape;337;p36"/>
          <p:cNvSpPr/>
          <p:nvPr/>
        </p:nvSpPr>
        <p:spPr>
          <a:xfrm>
            <a:off x="1960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4</a:t>
            </a:r>
            <a:endParaRPr b="1" i="0" sz="1700" u="none" cap="none" strike="noStrike">
              <a:solidFill>
                <a:schemeClr val="accent4"/>
              </a:solidFill>
              <a:latin typeface="Source Sans Pro"/>
              <a:ea typeface="Source Sans Pro"/>
              <a:cs typeface="Source Sans Pro"/>
              <a:sym typeface="Source Sans Pro"/>
            </a:endParaRPr>
          </a:p>
        </p:txBody>
      </p:sp>
      <p:sp>
        <p:nvSpPr>
          <p:cNvPr id="338" name="Google Shape;338;p36"/>
          <p:cNvSpPr/>
          <p:nvPr/>
        </p:nvSpPr>
        <p:spPr>
          <a:xfrm>
            <a:off x="2410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5</a:t>
            </a:r>
            <a:endParaRPr b="1" i="0" sz="1700" u="none" cap="none" strike="noStrike">
              <a:solidFill>
                <a:schemeClr val="accent4"/>
              </a:solidFill>
              <a:latin typeface="Source Sans Pro"/>
              <a:ea typeface="Source Sans Pro"/>
              <a:cs typeface="Source Sans Pro"/>
              <a:sym typeface="Source Sans Pro"/>
            </a:endParaRPr>
          </a:p>
        </p:txBody>
      </p:sp>
      <p:sp>
        <p:nvSpPr>
          <p:cNvPr id="339" name="Google Shape;339;p36"/>
          <p:cNvSpPr/>
          <p:nvPr/>
        </p:nvSpPr>
        <p:spPr>
          <a:xfrm>
            <a:off x="2861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6</a:t>
            </a:r>
            <a:endParaRPr b="1" i="0" sz="1700" u="none" cap="none" strike="noStrike">
              <a:solidFill>
                <a:schemeClr val="accent4"/>
              </a:solidFill>
              <a:latin typeface="Source Sans Pro"/>
              <a:ea typeface="Source Sans Pro"/>
              <a:cs typeface="Source Sans Pro"/>
              <a:sym typeface="Source Sans Pro"/>
            </a:endParaRPr>
          </a:p>
        </p:txBody>
      </p:sp>
      <p:sp>
        <p:nvSpPr>
          <p:cNvPr id="340" name="Google Shape;340;p36"/>
          <p:cNvSpPr/>
          <p:nvPr/>
        </p:nvSpPr>
        <p:spPr>
          <a:xfrm>
            <a:off x="3311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7</a:t>
            </a:r>
            <a:endParaRPr b="1" i="0" sz="1700" u="none" cap="none" strike="noStrike">
              <a:solidFill>
                <a:schemeClr val="accent4"/>
              </a:solidFill>
              <a:latin typeface="Source Sans Pro"/>
              <a:ea typeface="Source Sans Pro"/>
              <a:cs typeface="Source Sans Pro"/>
              <a:sym typeface="Source Sans Pro"/>
            </a:endParaRPr>
          </a:p>
        </p:txBody>
      </p:sp>
      <p:sp>
        <p:nvSpPr>
          <p:cNvPr id="341" name="Google Shape;341;p36"/>
          <p:cNvSpPr/>
          <p:nvPr/>
        </p:nvSpPr>
        <p:spPr>
          <a:xfrm>
            <a:off x="3762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8</a:t>
            </a:r>
            <a:endParaRPr b="1" i="0" sz="1700" u="none" cap="none" strike="noStrike">
              <a:solidFill>
                <a:schemeClr val="accent4"/>
              </a:solidFill>
              <a:latin typeface="Source Sans Pro"/>
              <a:ea typeface="Source Sans Pro"/>
              <a:cs typeface="Source Sans Pro"/>
              <a:sym typeface="Source Sans Pro"/>
            </a:endParaRPr>
          </a:p>
        </p:txBody>
      </p:sp>
      <p:sp>
        <p:nvSpPr>
          <p:cNvPr id="342" name="Google Shape;342;p36"/>
          <p:cNvSpPr/>
          <p:nvPr/>
        </p:nvSpPr>
        <p:spPr>
          <a:xfrm>
            <a:off x="4212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9</a:t>
            </a:r>
            <a:endParaRPr b="1" i="0" sz="1700" u="none" cap="none" strike="noStrike">
              <a:solidFill>
                <a:schemeClr val="accent4"/>
              </a:solidFill>
              <a:latin typeface="Source Sans Pro"/>
              <a:ea typeface="Source Sans Pro"/>
              <a:cs typeface="Source Sans Pro"/>
              <a:sym typeface="Source Sans Pro"/>
            </a:endParaRPr>
          </a:p>
        </p:txBody>
      </p:sp>
      <p:sp>
        <p:nvSpPr>
          <p:cNvPr id="343" name="Google Shape;343;p36"/>
          <p:cNvSpPr/>
          <p:nvPr/>
        </p:nvSpPr>
        <p:spPr>
          <a:xfrm>
            <a:off x="4663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0</a:t>
            </a:r>
            <a:endParaRPr b="1" i="0" sz="1700" u="none" cap="none" strike="noStrike">
              <a:solidFill>
                <a:schemeClr val="accent4"/>
              </a:solidFill>
              <a:latin typeface="Source Sans Pro"/>
              <a:ea typeface="Source Sans Pro"/>
              <a:cs typeface="Source Sans Pro"/>
              <a:sym typeface="Source Sans Pro"/>
            </a:endParaRPr>
          </a:p>
        </p:txBody>
      </p:sp>
      <p:sp>
        <p:nvSpPr>
          <p:cNvPr id="344" name="Google Shape;344;p36"/>
          <p:cNvSpPr/>
          <p:nvPr/>
        </p:nvSpPr>
        <p:spPr>
          <a:xfrm>
            <a:off x="5564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A</a:t>
            </a:r>
            <a:endParaRPr b="1" i="0" sz="1700" u="none" cap="none" strike="noStrike">
              <a:solidFill>
                <a:schemeClr val="dk1"/>
              </a:solidFill>
              <a:latin typeface="Source Sans Pro"/>
              <a:ea typeface="Source Sans Pro"/>
              <a:cs typeface="Source Sans Pro"/>
              <a:sym typeface="Source Sans Pro"/>
            </a:endParaRPr>
          </a:p>
        </p:txBody>
      </p:sp>
      <p:sp>
        <p:nvSpPr>
          <p:cNvPr id="345" name="Google Shape;345;p36"/>
          <p:cNvSpPr/>
          <p:nvPr/>
        </p:nvSpPr>
        <p:spPr>
          <a:xfrm>
            <a:off x="6014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B</a:t>
            </a:r>
            <a:endParaRPr b="1" i="0" sz="1700" u="none" cap="none" strike="noStrike">
              <a:solidFill>
                <a:schemeClr val="dk1"/>
              </a:solidFill>
              <a:latin typeface="Source Sans Pro"/>
              <a:ea typeface="Source Sans Pro"/>
              <a:cs typeface="Source Sans Pro"/>
              <a:sym typeface="Source Sans Pro"/>
            </a:endParaRPr>
          </a:p>
        </p:txBody>
      </p:sp>
      <p:sp>
        <p:nvSpPr>
          <p:cNvPr id="346" name="Google Shape;346;p36"/>
          <p:cNvSpPr/>
          <p:nvPr/>
        </p:nvSpPr>
        <p:spPr>
          <a:xfrm>
            <a:off x="6465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C</a:t>
            </a:r>
            <a:endParaRPr b="1" i="0" sz="1700" u="none" cap="none" strike="noStrike">
              <a:solidFill>
                <a:schemeClr val="dk1"/>
              </a:solidFill>
              <a:latin typeface="Source Sans Pro"/>
              <a:ea typeface="Source Sans Pro"/>
              <a:cs typeface="Source Sans Pro"/>
              <a:sym typeface="Source Sans Pro"/>
            </a:endParaRPr>
          </a:p>
        </p:txBody>
      </p:sp>
      <p:sp>
        <p:nvSpPr>
          <p:cNvPr id="347" name="Google Shape;347;p36"/>
          <p:cNvSpPr/>
          <p:nvPr/>
        </p:nvSpPr>
        <p:spPr>
          <a:xfrm>
            <a:off x="69158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D</a:t>
            </a:r>
            <a:endParaRPr b="1" i="0" sz="1700" u="none" cap="none" strike="noStrike">
              <a:solidFill>
                <a:schemeClr val="dk1"/>
              </a:solidFill>
              <a:latin typeface="Source Sans Pro"/>
              <a:ea typeface="Source Sans Pro"/>
              <a:cs typeface="Source Sans Pro"/>
              <a:sym typeface="Source Sans Pro"/>
            </a:endParaRPr>
          </a:p>
        </p:txBody>
      </p:sp>
      <p:sp>
        <p:nvSpPr>
          <p:cNvPr id="348" name="Google Shape;348;p36"/>
          <p:cNvSpPr/>
          <p:nvPr/>
        </p:nvSpPr>
        <p:spPr>
          <a:xfrm>
            <a:off x="7366325" y="2063400"/>
            <a:ext cx="306300" cy="3063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Source Sans Pro"/>
                <a:ea typeface="Source Sans Pro"/>
                <a:cs typeface="Source Sans Pro"/>
                <a:sym typeface="Source Sans Pro"/>
              </a:rPr>
              <a:t>E</a:t>
            </a:r>
            <a:endParaRPr b="1" i="0" sz="1700" u="none" cap="none" strike="noStrike">
              <a:solidFill>
                <a:schemeClr val="dk1"/>
              </a:solidFill>
              <a:latin typeface="Source Sans Pro"/>
              <a:ea typeface="Source Sans Pro"/>
              <a:cs typeface="Source Sans Pro"/>
              <a:sym typeface="Source Sans Pro"/>
            </a:endParaRPr>
          </a:p>
        </p:txBody>
      </p:sp>
      <p:sp>
        <p:nvSpPr>
          <p:cNvPr id="349" name="Google Shape;349;p36"/>
          <p:cNvSpPr/>
          <p:nvPr/>
        </p:nvSpPr>
        <p:spPr>
          <a:xfrm>
            <a:off x="5564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a</a:t>
            </a:r>
            <a:endParaRPr b="1" i="0" sz="1700" u="none" cap="none" strike="noStrike">
              <a:solidFill>
                <a:schemeClr val="accent4"/>
              </a:solidFill>
              <a:latin typeface="Source Sans Pro"/>
              <a:ea typeface="Source Sans Pro"/>
              <a:cs typeface="Source Sans Pro"/>
              <a:sym typeface="Source Sans Pro"/>
            </a:endParaRPr>
          </a:p>
        </p:txBody>
      </p:sp>
      <p:sp>
        <p:nvSpPr>
          <p:cNvPr id="350" name="Google Shape;350;p36"/>
          <p:cNvSpPr/>
          <p:nvPr/>
        </p:nvSpPr>
        <p:spPr>
          <a:xfrm>
            <a:off x="6014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b</a:t>
            </a:r>
            <a:endParaRPr b="1" i="0" sz="1700" u="none" cap="none" strike="noStrike">
              <a:solidFill>
                <a:schemeClr val="accent4"/>
              </a:solidFill>
              <a:latin typeface="Source Sans Pro"/>
              <a:ea typeface="Source Sans Pro"/>
              <a:cs typeface="Source Sans Pro"/>
              <a:sym typeface="Source Sans Pro"/>
            </a:endParaRPr>
          </a:p>
        </p:txBody>
      </p:sp>
      <p:sp>
        <p:nvSpPr>
          <p:cNvPr id="351" name="Google Shape;351;p36"/>
          <p:cNvSpPr/>
          <p:nvPr/>
        </p:nvSpPr>
        <p:spPr>
          <a:xfrm>
            <a:off x="6465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c</a:t>
            </a:r>
            <a:endParaRPr b="1" i="0" sz="1700" u="none" cap="none" strike="noStrike">
              <a:solidFill>
                <a:schemeClr val="accent4"/>
              </a:solidFill>
              <a:latin typeface="Source Sans Pro"/>
              <a:ea typeface="Source Sans Pro"/>
              <a:cs typeface="Source Sans Pro"/>
              <a:sym typeface="Source Sans Pro"/>
            </a:endParaRPr>
          </a:p>
        </p:txBody>
      </p:sp>
      <p:sp>
        <p:nvSpPr>
          <p:cNvPr id="352" name="Google Shape;352;p36"/>
          <p:cNvSpPr/>
          <p:nvPr/>
        </p:nvSpPr>
        <p:spPr>
          <a:xfrm>
            <a:off x="69158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d</a:t>
            </a:r>
            <a:endParaRPr b="1" i="0" sz="1700" u="none" cap="none" strike="noStrike">
              <a:solidFill>
                <a:schemeClr val="accent4"/>
              </a:solidFill>
              <a:latin typeface="Source Sans Pro"/>
              <a:ea typeface="Source Sans Pro"/>
              <a:cs typeface="Source Sans Pro"/>
              <a:sym typeface="Source Sans Pro"/>
            </a:endParaRPr>
          </a:p>
        </p:txBody>
      </p:sp>
      <p:sp>
        <p:nvSpPr>
          <p:cNvPr id="353" name="Google Shape;353;p36"/>
          <p:cNvSpPr/>
          <p:nvPr/>
        </p:nvSpPr>
        <p:spPr>
          <a:xfrm>
            <a:off x="7366325" y="2574775"/>
            <a:ext cx="306300" cy="306300"/>
          </a:xfrm>
          <a:prstGeom prst="ellipse">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 sz="1700" u="none" cap="none" strike="noStrike">
                <a:solidFill>
                  <a:schemeClr val="accent4"/>
                </a:solidFill>
                <a:latin typeface="Source Sans Pro"/>
                <a:ea typeface="Source Sans Pro"/>
                <a:cs typeface="Source Sans Pro"/>
                <a:sym typeface="Source Sans Pro"/>
              </a:rPr>
              <a:t>e</a:t>
            </a:r>
            <a:endParaRPr b="1" i="0" sz="1700" u="none" cap="none" strike="noStrike">
              <a:solidFill>
                <a:schemeClr val="accent4"/>
              </a:solidFill>
              <a:latin typeface="Source Sans Pro"/>
              <a:ea typeface="Source Sans Pro"/>
              <a:cs typeface="Source Sans Pro"/>
              <a:sym typeface="Source Sans Pro"/>
            </a:endParaRPr>
          </a:p>
        </p:txBody>
      </p:sp>
      <p:pic>
        <p:nvPicPr>
          <p:cNvPr id="354" name="Google Shape;354;p36"/>
          <p:cNvPicPr preferRelativeResize="0"/>
          <p:nvPr/>
        </p:nvPicPr>
        <p:blipFill rotWithShape="1">
          <a:blip r:embed="rId3">
            <a:alphaModFix/>
          </a:blip>
          <a:srcRect b="0" l="0" r="0" t="0"/>
          <a:stretch/>
        </p:blipFill>
        <p:spPr>
          <a:xfrm>
            <a:off x="608825" y="3329701"/>
            <a:ext cx="646574" cy="646574"/>
          </a:xfrm>
          <a:prstGeom prst="rect">
            <a:avLst/>
          </a:prstGeom>
          <a:noFill/>
          <a:ln>
            <a:noFill/>
          </a:ln>
        </p:spPr>
      </p:pic>
      <p:pic>
        <p:nvPicPr>
          <p:cNvPr id="355" name="Google Shape;355;p36"/>
          <p:cNvPicPr preferRelativeResize="0"/>
          <p:nvPr/>
        </p:nvPicPr>
        <p:blipFill rotWithShape="1">
          <a:blip r:embed="rId4">
            <a:alphaModFix/>
          </a:blip>
          <a:srcRect b="0" l="0" r="0" t="0"/>
          <a:stretch/>
        </p:blipFill>
        <p:spPr>
          <a:xfrm>
            <a:off x="1375975" y="3329701"/>
            <a:ext cx="646574" cy="646574"/>
          </a:xfrm>
          <a:prstGeom prst="rect">
            <a:avLst/>
          </a:prstGeom>
          <a:noFill/>
          <a:ln>
            <a:noFill/>
          </a:ln>
        </p:spPr>
      </p:pic>
      <p:pic>
        <p:nvPicPr>
          <p:cNvPr id="356" name="Google Shape;356;p36"/>
          <p:cNvPicPr preferRelativeResize="0"/>
          <p:nvPr/>
        </p:nvPicPr>
        <p:blipFill rotWithShape="1">
          <a:blip r:embed="rId5">
            <a:alphaModFix/>
          </a:blip>
          <a:srcRect b="0" l="0" r="0" t="0"/>
          <a:stretch/>
        </p:blipFill>
        <p:spPr>
          <a:xfrm>
            <a:off x="2143125" y="3329701"/>
            <a:ext cx="646574" cy="646574"/>
          </a:xfrm>
          <a:prstGeom prst="rect">
            <a:avLst/>
          </a:prstGeom>
          <a:noFill/>
          <a:ln>
            <a:noFill/>
          </a:ln>
        </p:spPr>
      </p:pic>
      <p:sp>
        <p:nvSpPr>
          <p:cNvPr id="357" name="Google Shape;357;p36"/>
          <p:cNvSpPr txBox="1"/>
          <p:nvPr>
            <p:ph idx="4294967295" type="subTitle"/>
          </p:nvPr>
        </p:nvSpPr>
        <p:spPr>
          <a:xfrm>
            <a:off x="4089400" y="4630425"/>
            <a:ext cx="3530700" cy="193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600"/>
              </a:spcAft>
              <a:buClr>
                <a:schemeClr val="lt1"/>
              </a:buClr>
              <a:buSzPts val="2400"/>
              <a:buFont typeface="Source Sans Pro"/>
              <a:buNone/>
            </a:pPr>
            <a:r>
              <a:rPr b="0" i="0" lang="en" sz="1200" u="none" cap="none" strike="noStrike">
                <a:solidFill>
                  <a:schemeClr val="lt1"/>
                </a:solidFill>
                <a:latin typeface="Source Sans Pro"/>
                <a:ea typeface="Source Sans Pro"/>
                <a:cs typeface="Source Sans Pro"/>
                <a:sym typeface="Source Sans Pro"/>
              </a:rPr>
              <a:t>Presentation Title</a:t>
            </a:r>
            <a:endParaRPr b="0" i="0" sz="1200" u="none" cap="none" strike="noStrike">
              <a:solidFill>
                <a:schemeClr val="lt1"/>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7"/>
          <p:cNvSpPr txBox="1"/>
          <p:nvPr>
            <p:ph type="title"/>
          </p:nvPr>
        </p:nvSpPr>
        <p:spPr>
          <a:xfrm>
            <a:off x="633375" y="495300"/>
            <a:ext cx="2414700" cy="5613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000"/>
              <a:buNone/>
            </a:pPr>
            <a:r>
              <a:rPr lang="en"/>
              <a:t>Graphic Elements</a:t>
            </a:r>
            <a:endParaRPr/>
          </a:p>
        </p:txBody>
      </p:sp>
      <p:sp>
        <p:nvSpPr>
          <p:cNvPr id="363" name="Google Shape;363;p37"/>
          <p:cNvSpPr txBox="1"/>
          <p:nvPr/>
        </p:nvSpPr>
        <p:spPr>
          <a:xfrm>
            <a:off x="576750" y="1046525"/>
            <a:ext cx="3995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Source Sans Pro"/>
                <a:ea typeface="Source Sans Pro"/>
                <a:cs typeface="Source Sans Pro"/>
                <a:sym typeface="Source Sans Pro"/>
              </a:rPr>
              <a:t>Copy and paste these graphic </a:t>
            </a:r>
            <a:br>
              <a:rPr b="0" i="0" lang="en" sz="1600" u="none" cap="none" strike="noStrike">
                <a:solidFill>
                  <a:schemeClr val="lt1"/>
                </a:solidFill>
                <a:latin typeface="Source Sans Pro"/>
                <a:ea typeface="Source Sans Pro"/>
                <a:cs typeface="Source Sans Pro"/>
                <a:sym typeface="Source Sans Pro"/>
              </a:rPr>
            </a:br>
            <a:r>
              <a:rPr b="0" i="0" lang="en" sz="1600" u="none" cap="none" strike="noStrike">
                <a:solidFill>
                  <a:schemeClr val="lt1"/>
                </a:solidFill>
                <a:latin typeface="Source Sans Pro"/>
                <a:ea typeface="Source Sans Pro"/>
                <a:cs typeface="Source Sans Pro"/>
                <a:sym typeface="Source Sans Pro"/>
              </a:rPr>
              <a:t>elements to use over photos. </a:t>
            </a:r>
            <a:endParaRPr b="0" i="0" sz="1600" u="none" cap="none" strike="noStrike">
              <a:solidFill>
                <a:schemeClr val="lt1"/>
              </a:solidFill>
              <a:latin typeface="Source Sans Pro"/>
              <a:ea typeface="Source Sans Pro"/>
              <a:cs typeface="Source Sans Pro"/>
              <a:sym typeface="Source Sans Pro"/>
            </a:endParaRPr>
          </a:p>
        </p:txBody>
      </p:sp>
      <p:pic>
        <p:nvPicPr>
          <p:cNvPr id="364" name="Google Shape;364;p37"/>
          <p:cNvPicPr preferRelativeResize="0"/>
          <p:nvPr/>
        </p:nvPicPr>
        <p:blipFill rotWithShape="1">
          <a:blip r:embed="rId3">
            <a:alphaModFix/>
          </a:blip>
          <a:srcRect b="0" l="0" r="0" t="0"/>
          <a:stretch/>
        </p:blipFill>
        <p:spPr>
          <a:xfrm>
            <a:off x="451297" y="2228850"/>
            <a:ext cx="4120699" cy="1723650"/>
          </a:xfrm>
          <a:prstGeom prst="rect">
            <a:avLst/>
          </a:prstGeom>
          <a:noFill/>
          <a:ln>
            <a:noFill/>
          </a:ln>
          <a:effectLst>
            <a:outerShdw blurRad="57150" rotWithShape="0" algn="bl" dir="5400000" dist="19050">
              <a:srgbClr val="000000">
                <a:alpha val="35686"/>
              </a:srgbClr>
            </a:outerShdw>
          </a:effectLst>
        </p:spPr>
      </p:pic>
      <p:pic>
        <p:nvPicPr>
          <p:cNvPr id="365" name="Google Shape;365;p37"/>
          <p:cNvPicPr preferRelativeResize="0"/>
          <p:nvPr/>
        </p:nvPicPr>
        <p:blipFill rotWithShape="1">
          <a:blip r:embed="rId4">
            <a:alphaModFix/>
          </a:blip>
          <a:srcRect b="0" l="0" r="0" t="0"/>
          <a:stretch/>
        </p:blipFill>
        <p:spPr>
          <a:xfrm>
            <a:off x="4797650" y="2227545"/>
            <a:ext cx="4120700" cy="1726260"/>
          </a:xfrm>
          <a:prstGeom prst="rect">
            <a:avLst/>
          </a:prstGeom>
          <a:noFill/>
          <a:ln>
            <a:noFill/>
          </a:ln>
        </p:spPr>
      </p:pic>
      <p:sp>
        <p:nvSpPr>
          <p:cNvPr id="366" name="Google Shape;366;p37"/>
          <p:cNvSpPr txBox="1"/>
          <p:nvPr/>
        </p:nvSpPr>
        <p:spPr>
          <a:xfrm>
            <a:off x="4922950" y="1046525"/>
            <a:ext cx="3995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Source Sans Pro"/>
                <a:ea typeface="Source Sans Pro"/>
                <a:cs typeface="Source Sans Pro"/>
                <a:sym typeface="Source Sans Pro"/>
              </a:rPr>
              <a:t>When scaling elements, always hit SHIFT while dragging from a corner in order to maintain proper proportions.</a:t>
            </a:r>
            <a:endParaRPr b="0" i="0" sz="1600" u="none" cap="none" strike="noStrike">
              <a:solidFill>
                <a:schemeClr val="lt1"/>
              </a:solidFill>
              <a:latin typeface="Source Sans Pro"/>
              <a:ea typeface="Source Sans Pro"/>
              <a:cs typeface="Source Sans Pro"/>
              <a:sym typeface="Source Sans Pro"/>
            </a:endParaRPr>
          </a:p>
        </p:txBody>
      </p:sp>
      <p:pic>
        <p:nvPicPr>
          <p:cNvPr id="367" name="Google Shape;367;p37"/>
          <p:cNvPicPr preferRelativeResize="0"/>
          <p:nvPr/>
        </p:nvPicPr>
        <p:blipFill rotWithShape="1">
          <a:blip r:embed="rId5">
            <a:alphaModFix/>
          </a:blip>
          <a:srcRect b="0" l="0" r="0" t="0"/>
          <a:stretch/>
        </p:blipFill>
        <p:spPr>
          <a:xfrm>
            <a:off x="7400925" y="4211425"/>
            <a:ext cx="1398012" cy="677100"/>
          </a:xfrm>
          <a:prstGeom prst="rect">
            <a:avLst/>
          </a:prstGeom>
          <a:noFill/>
          <a:ln>
            <a:noFill/>
          </a:ln>
        </p:spPr>
      </p:pic>
      <p:sp>
        <p:nvSpPr>
          <p:cNvPr id="368" name="Google Shape;368;p37"/>
          <p:cNvSpPr/>
          <p:nvPr/>
        </p:nvSpPr>
        <p:spPr>
          <a:xfrm>
            <a:off x="7315200" y="4667250"/>
            <a:ext cx="304800" cy="3048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7"/>
          <p:cNvSpPr/>
          <p:nvPr/>
        </p:nvSpPr>
        <p:spPr>
          <a:xfrm>
            <a:off x="8613550" y="4667250"/>
            <a:ext cx="304800" cy="3048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7"/>
          <p:cNvSpPr/>
          <p:nvPr/>
        </p:nvSpPr>
        <p:spPr>
          <a:xfrm>
            <a:off x="7315200" y="4145275"/>
            <a:ext cx="304800" cy="3048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7"/>
          <p:cNvSpPr/>
          <p:nvPr/>
        </p:nvSpPr>
        <p:spPr>
          <a:xfrm>
            <a:off x="8613550" y="4145275"/>
            <a:ext cx="304800" cy="3048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38"/>
          <p:cNvPicPr preferRelativeResize="0"/>
          <p:nvPr>
            <p:ph idx="2" type="pic"/>
          </p:nvPr>
        </p:nvPicPr>
        <p:blipFill rotWithShape="1">
          <a:blip r:embed="rId3">
            <a:alphaModFix/>
          </a:blip>
          <a:srcRect b="0" l="1978" r="1986" t="0"/>
          <a:stretch/>
        </p:blipFill>
        <p:spPr>
          <a:xfrm>
            <a:off x="-95250" y="-155150"/>
            <a:ext cx="9334502" cy="5467500"/>
          </a:xfrm>
          <a:prstGeom prst="rect">
            <a:avLst/>
          </a:prstGeom>
          <a:noFill/>
          <a:ln>
            <a:noFill/>
          </a:ln>
        </p:spPr>
      </p:pic>
      <p:pic>
        <p:nvPicPr>
          <p:cNvPr id="377" name="Google Shape;377;p38"/>
          <p:cNvPicPr preferRelativeResize="0"/>
          <p:nvPr/>
        </p:nvPicPr>
        <p:blipFill rotWithShape="1">
          <a:blip r:embed="rId4">
            <a:alphaModFix/>
          </a:blip>
          <a:srcRect b="0" l="0" r="0" t="0"/>
          <a:stretch/>
        </p:blipFill>
        <p:spPr>
          <a:xfrm>
            <a:off x="1156300" y="1143000"/>
            <a:ext cx="6831401" cy="2857500"/>
          </a:xfrm>
          <a:prstGeom prst="rect">
            <a:avLst/>
          </a:prstGeom>
          <a:noFill/>
          <a:ln>
            <a:noFill/>
          </a:ln>
          <a:effectLst>
            <a:outerShdw blurRad="142875" rotWithShape="0" algn="bl" dir="5400000" dist="19050">
              <a:srgbClr val="000000">
                <a:alpha val="60784"/>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39"/>
          <p:cNvPicPr preferRelativeResize="0"/>
          <p:nvPr>
            <p:ph idx="2" type="pic"/>
          </p:nvPr>
        </p:nvPicPr>
        <p:blipFill rotWithShape="1">
          <a:blip r:embed="rId3">
            <a:alphaModFix/>
          </a:blip>
          <a:srcRect b="0" l="1978" r="1986" t="0"/>
          <a:stretch/>
        </p:blipFill>
        <p:spPr>
          <a:xfrm>
            <a:off x="-95250" y="-155150"/>
            <a:ext cx="9334502" cy="5467500"/>
          </a:xfrm>
          <a:prstGeom prst="rect">
            <a:avLst/>
          </a:prstGeom>
          <a:noFill/>
          <a:ln>
            <a:noFill/>
          </a:ln>
        </p:spPr>
      </p:pic>
      <p:pic>
        <p:nvPicPr>
          <p:cNvPr id="383" name="Google Shape;383;p39"/>
          <p:cNvPicPr preferRelativeResize="0"/>
          <p:nvPr/>
        </p:nvPicPr>
        <p:blipFill rotWithShape="1">
          <a:blip r:embed="rId4">
            <a:alphaModFix/>
          </a:blip>
          <a:srcRect b="0" l="0" r="0" t="0"/>
          <a:stretch/>
        </p:blipFill>
        <p:spPr>
          <a:xfrm>
            <a:off x="3452004" y="390330"/>
            <a:ext cx="2239993" cy="938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389" name="Google Shape;389;p40"/>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93" name="Shape 393"/>
        <p:cNvGrpSpPr/>
        <p:nvPr/>
      </p:nvGrpSpPr>
      <p:grpSpPr>
        <a:xfrm>
          <a:off x="0" y="0"/>
          <a:ext cx="0" cy="0"/>
          <a:chOff x="0" y="0"/>
          <a:chExt cx="0" cy="0"/>
        </a:xfrm>
      </p:grpSpPr>
      <p:sp>
        <p:nvSpPr>
          <p:cNvPr id="394" name="Google Shape;394;p41"/>
          <p:cNvSpPr txBox="1"/>
          <p:nvPr>
            <p:ph type="title"/>
          </p:nvPr>
        </p:nvSpPr>
        <p:spPr>
          <a:xfrm>
            <a:off x="516875" y="0"/>
            <a:ext cx="3344400" cy="51435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SzPts val="5100"/>
              <a:buNone/>
            </a:pPr>
            <a:r>
              <a:rPr lang="en"/>
              <a:t>Dramatic Text &amp; Photo 1</a:t>
            </a:r>
            <a:endParaRPr/>
          </a:p>
        </p:txBody>
      </p:sp>
      <p:pic>
        <p:nvPicPr>
          <p:cNvPr id="395" name="Google Shape;395;p41"/>
          <p:cNvPicPr preferRelativeResize="0"/>
          <p:nvPr>
            <p:ph idx="2" type="pic"/>
          </p:nvPr>
        </p:nvPicPr>
        <p:blipFill rotWithShape="1">
          <a:blip r:embed="rId3">
            <a:alphaModFix/>
          </a:blip>
          <a:srcRect b="0" l="675" r="2770" t="0"/>
          <a:stretch/>
        </p:blipFill>
        <p:spPr>
          <a:xfrm>
            <a:off x="2735375" y="6850"/>
            <a:ext cx="7450800" cy="5143500"/>
          </a:xfrm>
          <a:prstGeom prst="chevron">
            <a:avLst>
              <a:gd fmla="val 50000" name="adj"/>
            </a:avLst>
          </a:prstGeom>
          <a:noFill/>
          <a:ln>
            <a:noFill/>
          </a:ln>
          <a:effectLst>
            <a:outerShdw blurRad="200025" rotWithShape="0" algn="bl" dir="5400000" dist="1905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9" name="Shape 399"/>
        <p:cNvGrpSpPr/>
        <p:nvPr/>
      </p:nvGrpSpPr>
      <p:grpSpPr>
        <a:xfrm>
          <a:off x="0" y="0"/>
          <a:ext cx="0" cy="0"/>
          <a:chOff x="0" y="0"/>
          <a:chExt cx="0" cy="0"/>
        </a:xfrm>
      </p:grpSpPr>
      <p:sp>
        <p:nvSpPr>
          <p:cNvPr id="400" name="Google Shape;400;p42"/>
          <p:cNvSpPr txBox="1"/>
          <p:nvPr>
            <p:ph type="title"/>
          </p:nvPr>
        </p:nvSpPr>
        <p:spPr>
          <a:xfrm>
            <a:off x="516875" y="0"/>
            <a:ext cx="3344400" cy="51435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SzPts val="5100"/>
              <a:buNone/>
            </a:pPr>
            <a:r>
              <a:rPr lang="en">
                <a:solidFill>
                  <a:schemeClr val="accent4"/>
                </a:solidFill>
              </a:rPr>
              <a:t>Dramatic Text &amp; Photo 2</a:t>
            </a:r>
            <a:endParaRPr>
              <a:solidFill>
                <a:schemeClr val="accent4"/>
              </a:solidFill>
            </a:endParaRPr>
          </a:p>
        </p:txBody>
      </p:sp>
      <p:pic>
        <p:nvPicPr>
          <p:cNvPr id="401" name="Google Shape;401;p42"/>
          <p:cNvPicPr preferRelativeResize="0"/>
          <p:nvPr>
            <p:ph idx="2" type="pic"/>
          </p:nvPr>
        </p:nvPicPr>
        <p:blipFill rotWithShape="1">
          <a:blip r:embed="rId3">
            <a:alphaModFix/>
          </a:blip>
          <a:srcRect b="0" l="0" r="3445" t="0"/>
          <a:stretch/>
        </p:blipFill>
        <p:spPr>
          <a:xfrm>
            <a:off x="2735375" y="6850"/>
            <a:ext cx="7450800" cy="5143500"/>
          </a:xfrm>
          <a:prstGeom prst="chevron">
            <a:avLst>
              <a:gd fmla="val 50000" name="adj"/>
            </a:avLst>
          </a:prstGeom>
          <a:noFill/>
          <a:ln>
            <a:noFill/>
          </a:ln>
          <a:effectLst>
            <a:outerShdw blurRad="200025"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5" name="Shape 405"/>
        <p:cNvGrpSpPr/>
        <p:nvPr/>
      </p:nvGrpSpPr>
      <p:grpSpPr>
        <a:xfrm>
          <a:off x="0" y="0"/>
          <a:ext cx="0" cy="0"/>
          <a:chOff x="0" y="0"/>
          <a:chExt cx="0" cy="0"/>
        </a:xfrm>
      </p:grpSpPr>
      <p:sp>
        <p:nvSpPr>
          <p:cNvPr id="406" name="Google Shape;406;p43"/>
          <p:cNvSpPr txBox="1"/>
          <p:nvPr>
            <p:ph idx="4294967295" type="title"/>
          </p:nvPr>
        </p:nvSpPr>
        <p:spPr>
          <a:xfrm>
            <a:off x="516875" y="0"/>
            <a:ext cx="3344400" cy="51435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3400"/>
              <a:buNone/>
            </a:pPr>
            <a:r>
              <a:rPr lang="en">
                <a:solidFill>
                  <a:schemeClr val="accent1"/>
                </a:solidFill>
              </a:rPr>
              <a:t>Dramatic Text &amp; Photo 2</a:t>
            </a:r>
            <a:endParaRPr>
              <a:solidFill>
                <a:schemeClr val="accent1"/>
              </a:solidFill>
            </a:endParaRPr>
          </a:p>
        </p:txBody>
      </p:sp>
      <p:pic>
        <p:nvPicPr>
          <p:cNvPr id="407" name="Google Shape;407;p43"/>
          <p:cNvPicPr preferRelativeResize="0"/>
          <p:nvPr>
            <p:ph idx="2" type="pic"/>
          </p:nvPr>
        </p:nvPicPr>
        <p:blipFill rotWithShape="1">
          <a:blip r:embed="rId3">
            <a:alphaModFix/>
          </a:blip>
          <a:srcRect b="0" l="-930" r="23285" t="0"/>
          <a:stretch/>
        </p:blipFill>
        <p:spPr>
          <a:xfrm>
            <a:off x="207260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pic>
      <p:pic>
        <p:nvPicPr>
          <p:cNvPr id="408" name="Google Shape;408;p43"/>
          <p:cNvPicPr preferRelativeResize="0"/>
          <p:nvPr>
            <p:ph idx="3" type="pic"/>
          </p:nvPr>
        </p:nvPicPr>
        <p:blipFill rotWithShape="1">
          <a:blip r:embed="rId4">
            <a:alphaModFix/>
          </a:blip>
          <a:srcRect b="0" l="-2483" r="24838" t="0"/>
          <a:stretch/>
        </p:blipFill>
        <p:spPr>
          <a:xfrm>
            <a:off x="-374885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Fearlessly Forward / LIGHT">
  <a:themeElements>
    <a:clrScheme name="Simple Light">
      <a:dk1>
        <a:srgbClr val="000000"/>
      </a:dk1>
      <a:lt1>
        <a:srgbClr val="FFFFFF"/>
      </a:lt1>
      <a:dk2>
        <a:srgbClr val="636363"/>
      </a:dk2>
      <a:lt2>
        <a:srgbClr val="E6E6E6"/>
      </a:lt2>
      <a:accent1>
        <a:srgbClr val="E21833"/>
      </a:accent1>
      <a:accent2>
        <a:srgbClr val="A41124"/>
      </a:accent2>
      <a:accent3>
        <a:srgbClr val="820E1D"/>
      </a:accent3>
      <a:accent4>
        <a:srgbClr val="FFD200"/>
      </a:accent4>
      <a:accent5>
        <a:srgbClr val="CBA700"/>
      </a:accent5>
      <a:accent6>
        <a:srgbClr val="715D00"/>
      </a:accent6>
      <a:hlink>
        <a:srgbClr val="E218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